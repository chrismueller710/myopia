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6" r:id="rId2"/>
    <p:sldId id="257" r:id="rId3"/>
    <p:sldId id="258" r:id="rId4"/>
    <p:sldId id="272"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59" r:id="rId21"/>
    <p:sldId id="260" r:id="rId22"/>
    <p:sldId id="262" r:id="rId23"/>
    <p:sldId id="263" r:id="rId24"/>
    <p:sldId id="273" r:id="rId25"/>
    <p:sldId id="274" r:id="rId26"/>
    <p:sldId id="264" r:id="rId27"/>
    <p:sldId id="266" r:id="rId28"/>
    <p:sldId id="265" r:id="rId29"/>
    <p:sldId id="267" r:id="rId30"/>
    <p:sldId id="268" r:id="rId31"/>
    <p:sldId id="270" r:id="rId32"/>
    <p:sldId id="29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44DA5C-A024-843E-D6F0-2C11C1C54E28}" v="30" dt="2023-11-28T15:46:59.076"/>
    <p1510:client id="{61874F2D-3FBE-0F84-6468-2154E7EEFE04}" v="54" dt="2023-11-26T20:58:06.736"/>
    <p1510:client id="{69026654-0ADC-4FD9-8D01-549DA94C8C9C}" v="1" dt="2023-11-28T14:52:05.483"/>
    <p1510:client id="{735C0BBC-E9BC-7C39-1974-6928A4C87EF3}" v="3" dt="2023-11-27T15:31:06.466"/>
    <p1510:client id="{76082632-E9B3-45CB-B03F-BDE517C8CC0E}" v="1011" dt="2023-11-22T14:58:01.248"/>
    <p1510:client id="{85A46E8B-85F2-6DB6-820E-45006DE8FE68}" v="104" dt="2023-11-22T14:57:30.264"/>
    <p1510:client id="{B6862A31-A651-EC16-2E60-8E03A4E236C4}" v="2" dt="2023-11-27T15:42:58.135"/>
    <p1510:client id="{C18F96FC-FEC6-2355-B11F-1E4C9AF64959}" v="6" dt="2023-12-05T19:10:18.808"/>
    <p1510:client id="{F5EF248D-3AA8-5F43-3F70-B58D1B9C8AAC}" v="6" dt="2023-11-27T16:46:44.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el, Deepshikha" userId="S::nw7946fy@go.minnstate.edu::4f575c0f-7e5e-44e7-8457-7435b908ef8d" providerId="AD" clId="Web-{F5EF248D-3AA8-5F43-3F70-B58D1B9C8AAC}"/>
    <pc:docChg chg="modSld">
      <pc:chgData name="Sanjel, Deepshikha" userId="S::nw7946fy@go.minnstate.edu::4f575c0f-7e5e-44e7-8457-7435b908ef8d" providerId="AD" clId="Web-{F5EF248D-3AA8-5F43-3F70-B58D1B9C8AAC}" dt="2023-11-27T16:46:44.059" v="3" actId="20577"/>
      <pc:docMkLst>
        <pc:docMk/>
      </pc:docMkLst>
      <pc:sldChg chg="modSp">
        <pc:chgData name="Sanjel, Deepshikha" userId="S::nw7946fy@go.minnstate.edu::4f575c0f-7e5e-44e7-8457-7435b908ef8d" providerId="AD" clId="Web-{F5EF248D-3AA8-5F43-3F70-B58D1B9C8AAC}" dt="2023-11-27T16:46:44.059" v="3" actId="20577"/>
        <pc:sldMkLst>
          <pc:docMk/>
          <pc:sldMk cId="1905417968" sldId="270"/>
        </pc:sldMkLst>
        <pc:spChg chg="mod">
          <ac:chgData name="Sanjel, Deepshikha" userId="S::nw7946fy@go.minnstate.edu::4f575c0f-7e5e-44e7-8457-7435b908ef8d" providerId="AD" clId="Web-{F5EF248D-3AA8-5F43-3F70-B58D1B9C8AAC}" dt="2023-11-27T16:46:44.059" v="3" actId="20577"/>
          <ac:spMkLst>
            <pc:docMk/>
            <pc:sldMk cId="1905417968" sldId="270"/>
            <ac:spMk id="6" creationId="{BDD822DC-5E0F-0EB7-2AB9-074A455306E5}"/>
          </ac:spMkLst>
        </pc:spChg>
      </pc:sldChg>
    </pc:docChg>
  </pc:docChgLst>
  <pc:docChgLst>
    <pc:chgData name="Munnings, Kavaughn H" userId="S::gv4830kk@go.minnstate.edu::68a81c7a-215e-4543-8b34-45e9e5891842" providerId="AD" clId="Web-{85A46E8B-85F2-6DB6-820E-45006DE8FE68}"/>
    <pc:docChg chg="modSld">
      <pc:chgData name="Munnings, Kavaughn H" userId="S::gv4830kk@go.minnstate.edu::68a81c7a-215e-4543-8b34-45e9e5891842" providerId="AD" clId="Web-{85A46E8B-85F2-6DB6-820E-45006DE8FE68}" dt="2023-11-22T14:57:26.092" v="75"/>
      <pc:docMkLst>
        <pc:docMk/>
      </pc:docMkLst>
      <pc:sldChg chg="modSp">
        <pc:chgData name="Munnings, Kavaughn H" userId="S::gv4830kk@go.minnstate.edu::68a81c7a-215e-4543-8b34-45e9e5891842" providerId="AD" clId="Web-{85A46E8B-85F2-6DB6-820E-45006DE8FE68}" dt="2023-11-22T14:57:26.092" v="75"/>
        <pc:sldMkLst>
          <pc:docMk/>
          <pc:sldMk cId="2889270383" sldId="259"/>
        </pc:sldMkLst>
        <pc:graphicFrameChg chg="mod modGraphic">
          <ac:chgData name="Munnings, Kavaughn H" userId="S::gv4830kk@go.minnstate.edu::68a81c7a-215e-4543-8b34-45e9e5891842" providerId="AD" clId="Web-{85A46E8B-85F2-6DB6-820E-45006DE8FE68}" dt="2023-11-22T14:57:26.092" v="75"/>
          <ac:graphicFrameMkLst>
            <pc:docMk/>
            <pc:sldMk cId="2889270383" sldId="259"/>
            <ac:graphicFrameMk id="10" creationId="{F55E25DC-07AB-E4A7-DFDD-88830C89A2EA}"/>
          </ac:graphicFrameMkLst>
        </pc:graphicFrameChg>
      </pc:sldChg>
    </pc:docChg>
  </pc:docChgLst>
  <pc:docChgLst>
    <pc:chgData name="Sanjel, Deepshikha" userId="S::nw7946fy@go.minnstate.edu::4f575c0f-7e5e-44e7-8457-7435b908ef8d" providerId="AD" clId="Web-{BD8631A2-F293-46F5-A467-31FB29288981}"/>
    <pc:docChg chg="modSld sldOrd">
      <pc:chgData name="Sanjel, Deepshikha" userId="S::nw7946fy@go.minnstate.edu::4f575c0f-7e5e-44e7-8457-7435b908ef8d" providerId="AD" clId="Web-{BD8631A2-F293-46F5-A467-31FB29288981}" dt="2023-11-14T16:23:48.865" v="778" actId="20577"/>
      <pc:docMkLst>
        <pc:docMk/>
      </pc:docMkLst>
      <pc:sldChg chg="addSp delSp modSp mod ord setBg">
        <pc:chgData name="Sanjel, Deepshikha" userId="S::nw7946fy@go.minnstate.edu::4f575c0f-7e5e-44e7-8457-7435b908ef8d" providerId="AD" clId="Web-{BD8631A2-F293-46F5-A467-31FB29288981}" dt="2023-11-14T16:18:12.015" v="360"/>
        <pc:sldMkLst>
          <pc:docMk/>
          <pc:sldMk cId="3150354666" sldId="257"/>
        </pc:sldMkLst>
        <pc:spChg chg="mod">
          <ac:chgData name="Sanjel, Deepshikha" userId="S::nw7946fy@go.minnstate.edu::4f575c0f-7e5e-44e7-8457-7435b908ef8d" providerId="AD" clId="Web-{BD8631A2-F293-46F5-A467-31FB29288981}" dt="2023-11-14T16:17:43.325" v="353"/>
          <ac:spMkLst>
            <pc:docMk/>
            <pc:sldMk cId="3150354666" sldId="257"/>
            <ac:spMk id="2" creationId="{408FCAD8-8749-32C1-89B0-47D50D226E2B}"/>
          </ac:spMkLst>
        </pc:spChg>
        <pc:spChg chg="mod ord">
          <ac:chgData name="Sanjel, Deepshikha" userId="S::nw7946fy@go.minnstate.edu::4f575c0f-7e5e-44e7-8457-7435b908ef8d" providerId="AD" clId="Web-{BD8631A2-F293-46F5-A467-31FB29288981}" dt="2023-11-14T16:17:43.325" v="353"/>
          <ac:spMkLst>
            <pc:docMk/>
            <pc:sldMk cId="3150354666" sldId="257"/>
            <ac:spMk id="3" creationId="{3538B89A-BE41-55BA-9006-AA40AFAE00D0}"/>
          </ac:spMkLst>
        </pc:spChg>
        <pc:spChg chg="add">
          <ac:chgData name="Sanjel, Deepshikha" userId="S::nw7946fy@go.minnstate.edu::4f575c0f-7e5e-44e7-8457-7435b908ef8d" providerId="AD" clId="Web-{BD8631A2-F293-46F5-A467-31FB29288981}" dt="2023-11-14T16:17:43.325" v="353"/>
          <ac:spMkLst>
            <pc:docMk/>
            <pc:sldMk cId="3150354666" sldId="257"/>
            <ac:spMk id="7" creationId="{3D2EE047-566C-48D4-9F44-4BB3B58FB300}"/>
          </ac:spMkLst>
        </pc:spChg>
        <pc:spChg chg="add del">
          <ac:chgData name="Sanjel, Deepshikha" userId="S::nw7946fy@go.minnstate.edu::4f575c0f-7e5e-44e7-8457-7435b908ef8d" providerId="AD" clId="Web-{BD8631A2-F293-46F5-A467-31FB29288981}" dt="2023-11-14T16:17:10.745" v="343"/>
          <ac:spMkLst>
            <pc:docMk/>
            <pc:sldMk cId="3150354666" sldId="257"/>
            <ac:spMk id="9" creationId="{DB66C9CD-6BF4-44CA-8078-0BB819080761}"/>
          </ac:spMkLst>
        </pc:spChg>
        <pc:spChg chg="add del">
          <ac:chgData name="Sanjel, Deepshikha" userId="S::nw7946fy@go.minnstate.edu::4f575c0f-7e5e-44e7-8457-7435b908ef8d" providerId="AD" clId="Web-{BD8631A2-F293-46F5-A467-31FB29288981}" dt="2023-11-14T16:17:17.964" v="345"/>
          <ac:spMkLst>
            <pc:docMk/>
            <pc:sldMk cId="3150354666" sldId="257"/>
            <ac:spMk id="13" creationId="{EEE96A74-B62B-4642-AB22-7776A5F48CE7}"/>
          </ac:spMkLst>
        </pc:spChg>
        <pc:spChg chg="add del">
          <ac:chgData name="Sanjel, Deepshikha" userId="S::nw7946fy@go.minnstate.edu::4f575c0f-7e5e-44e7-8457-7435b908ef8d" providerId="AD" clId="Web-{BD8631A2-F293-46F5-A467-31FB29288981}" dt="2023-11-14T16:17:32.090" v="349"/>
          <ac:spMkLst>
            <pc:docMk/>
            <pc:sldMk cId="3150354666" sldId="257"/>
            <ac:spMk id="16" creationId="{DB66C9CD-6BF4-44CA-8078-0BB819080761}"/>
          </ac:spMkLst>
        </pc:spChg>
        <pc:picChg chg="add del mod">
          <ac:chgData name="Sanjel, Deepshikha" userId="S::nw7946fy@go.minnstate.edu::4f575c0f-7e5e-44e7-8457-7435b908ef8d" providerId="AD" clId="Web-{BD8631A2-F293-46F5-A467-31FB29288981}" dt="2023-11-14T16:17:35.622" v="351"/>
          <ac:picMkLst>
            <pc:docMk/>
            <pc:sldMk cId="3150354666" sldId="257"/>
            <ac:picMk id="4" creationId="{3BDF8E19-EB0E-36D1-D3EE-8D2753253AC7}"/>
          </ac:picMkLst>
        </pc:picChg>
        <pc:picChg chg="add del mod">
          <ac:chgData name="Sanjel, Deepshikha" userId="S::nw7946fy@go.minnstate.edu::4f575c0f-7e5e-44e7-8457-7435b908ef8d" providerId="AD" clId="Web-{BD8631A2-F293-46F5-A467-31FB29288981}" dt="2023-11-14T16:17:53.795" v="355"/>
          <ac:picMkLst>
            <pc:docMk/>
            <pc:sldMk cId="3150354666" sldId="257"/>
            <ac:picMk id="5" creationId="{15562283-535C-853D-052C-3B9D6DFF43CF}"/>
          </ac:picMkLst>
        </pc:picChg>
        <pc:picChg chg="add mod">
          <ac:chgData name="Sanjel, Deepshikha" userId="S::nw7946fy@go.minnstate.edu::4f575c0f-7e5e-44e7-8457-7435b908ef8d" providerId="AD" clId="Web-{BD8631A2-F293-46F5-A467-31FB29288981}" dt="2023-11-14T16:17:59.420" v="358" actId="1076"/>
          <ac:picMkLst>
            <pc:docMk/>
            <pc:sldMk cId="3150354666" sldId="257"/>
            <ac:picMk id="6" creationId="{C8EF5507-4EA0-28ED-012E-541927C14F7F}"/>
          </ac:picMkLst>
        </pc:picChg>
        <pc:cxnChg chg="add del">
          <ac:chgData name="Sanjel, Deepshikha" userId="S::nw7946fy@go.minnstate.edu::4f575c0f-7e5e-44e7-8457-7435b908ef8d" providerId="AD" clId="Web-{BD8631A2-F293-46F5-A467-31FB29288981}" dt="2023-11-14T16:17:10.745" v="343"/>
          <ac:cxnSpMkLst>
            <pc:docMk/>
            <pc:sldMk cId="3150354666" sldId="257"/>
            <ac:cxnSpMk id="11" creationId="{CC9CF63D-A2A3-4ECF-BC53-4B0D56918FB4}"/>
          </ac:cxnSpMkLst>
        </pc:cxnChg>
        <pc:cxnChg chg="add del">
          <ac:chgData name="Sanjel, Deepshikha" userId="S::nw7946fy@go.minnstate.edu::4f575c0f-7e5e-44e7-8457-7435b908ef8d" providerId="AD" clId="Web-{BD8631A2-F293-46F5-A467-31FB29288981}" dt="2023-11-14T16:17:17.964" v="345"/>
          <ac:cxnSpMkLst>
            <pc:docMk/>
            <pc:sldMk cId="3150354666" sldId="257"/>
            <ac:cxnSpMk id="14" creationId="{3A513CAD-9784-4D35-BAF9-1F7DDD697BDB}"/>
          </ac:cxnSpMkLst>
        </pc:cxnChg>
        <pc:cxnChg chg="add del">
          <ac:chgData name="Sanjel, Deepshikha" userId="S::nw7946fy@go.minnstate.edu::4f575c0f-7e5e-44e7-8457-7435b908ef8d" providerId="AD" clId="Web-{BD8631A2-F293-46F5-A467-31FB29288981}" dt="2023-11-14T16:17:32.090" v="349"/>
          <ac:cxnSpMkLst>
            <pc:docMk/>
            <pc:sldMk cId="3150354666" sldId="257"/>
            <ac:cxnSpMk id="17" creationId="{CC9CF63D-A2A3-4ECF-BC53-4B0D56918FB4}"/>
          </ac:cxnSpMkLst>
        </pc:cxnChg>
      </pc:sldChg>
      <pc:sldChg chg="modSp">
        <pc:chgData name="Sanjel, Deepshikha" userId="S::nw7946fy@go.minnstate.edu::4f575c0f-7e5e-44e7-8457-7435b908ef8d" providerId="AD" clId="Web-{BD8631A2-F293-46F5-A467-31FB29288981}" dt="2023-11-14T16:23:48.865" v="778" actId="20577"/>
        <pc:sldMkLst>
          <pc:docMk/>
          <pc:sldMk cId="3960386166" sldId="258"/>
        </pc:sldMkLst>
        <pc:spChg chg="mod">
          <ac:chgData name="Sanjel, Deepshikha" userId="S::nw7946fy@go.minnstate.edu::4f575c0f-7e5e-44e7-8457-7435b908ef8d" providerId="AD" clId="Web-{BD8631A2-F293-46F5-A467-31FB29288981}" dt="2023-11-14T16:23:48.865" v="778" actId="20577"/>
          <ac:spMkLst>
            <pc:docMk/>
            <pc:sldMk cId="3960386166" sldId="258"/>
            <ac:spMk id="3" creationId="{26A9EA97-E2E9-A29B-112F-C4FCEC3867FC}"/>
          </ac:spMkLst>
        </pc:spChg>
      </pc:sldChg>
    </pc:docChg>
  </pc:docChgLst>
  <pc:docChgLst>
    <pc:chgData name="Munnings, Kavaughn H" userId="S::gv4830kk@go.minnstate.edu::68a81c7a-215e-4543-8b34-45e9e5891842" providerId="AD" clId="Web-{C18F96FC-FEC6-2355-B11F-1E4C9AF64959}"/>
    <pc:docChg chg="modSld sldOrd">
      <pc:chgData name="Munnings, Kavaughn H" userId="S::gv4830kk@go.minnstate.edu::68a81c7a-215e-4543-8b34-45e9e5891842" providerId="AD" clId="Web-{C18F96FC-FEC6-2355-B11F-1E4C9AF64959}" dt="2023-12-05T19:10:18.808" v="5"/>
      <pc:docMkLst>
        <pc:docMk/>
      </pc:docMkLst>
      <pc:sldChg chg="modSp">
        <pc:chgData name="Munnings, Kavaughn H" userId="S::gv4830kk@go.minnstate.edu::68a81c7a-215e-4543-8b34-45e9e5891842" providerId="AD" clId="Web-{C18F96FC-FEC6-2355-B11F-1E4C9AF64959}" dt="2023-12-05T17:46:54.157" v="1" actId="1076"/>
        <pc:sldMkLst>
          <pc:docMk/>
          <pc:sldMk cId="509801224" sldId="263"/>
        </pc:sldMkLst>
        <pc:picChg chg="mod">
          <ac:chgData name="Munnings, Kavaughn H" userId="S::gv4830kk@go.minnstate.edu::68a81c7a-215e-4543-8b34-45e9e5891842" providerId="AD" clId="Web-{C18F96FC-FEC6-2355-B11F-1E4C9AF64959}" dt="2023-12-05T17:46:54.157" v="1" actId="1076"/>
          <ac:picMkLst>
            <pc:docMk/>
            <pc:sldMk cId="509801224" sldId="263"/>
            <ac:picMk id="4" creationId="{01BA1227-E47E-8F99-FF3D-75911FA0E1CC}"/>
          </ac:picMkLst>
        </pc:picChg>
      </pc:sldChg>
      <pc:sldChg chg="ord">
        <pc:chgData name="Munnings, Kavaughn H" userId="S::gv4830kk@go.minnstate.edu::68a81c7a-215e-4543-8b34-45e9e5891842" providerId="AD" clId="Web-{C18F96FC-FEC6-2355-B11F-1E4C9AF64959}" dt="2023-12-05T18:23:39.398" v="4"/>
        <pc:sldMkLst>
          <pc:docMk/>
          <pc:sldMk cId="595773275" sldId="273"/>
        </pc:sldMkLst>
      </pc:sldChg>
      <pc:sldChg chg="delSp modSp">
        <pc:chgData name="Munnings, Kavaughn H" userId="S::gv4830kk@go.minnstate.edu::68a81c7a-215e-4543-8b34-45e9e5891842" providerId="AD" clId="Web-{C18F96FC-FEC6-2355-B11F-1E4C9AF64959}" dt="2023-12-05T19:10:18.808" v="5"/>
        <pc:sldMkLst>
          <pc:docMk/>
          <pc:sldMk cId="2380548685" sldId="274"/>
        </pc:sldMkLst>
        <pc:spChg chg="del mod">
          <ac:chgData name="Munnings, Kavaughn H" userId="S::gv4830kk@go.minnstate.edu::68a81c7a-215e-4543-8b34-45e9e5891842" providerId="AD" clId="Web-{C18F96FC-FEC6-2355-B11F-1E4C9AF64959}" dt="2023-12-05T19:10:18.808" v="5"/>
          <ac:spMkLst>
            <pc:docMk/>
            <pc:sldMk cId="2380548685" sldId="274"/>
            <ac:spMk id="5" creationId="{BD484328-7A20-7E85-9507-769FE58FD881}"/>
          </ac:spMkLst>
        </pc:spChg>
      </pc:sldChg>
    </pc:docChg>
  </pc:docChgLst>
  <pc:docChgLst>
    <pc:chgData name="Sanjel, Deepshikha" userId="S::nw7946fy@go.minnstate.edu::4f575c0f-7e5e-44e7-8457-7435b908ef8d" providerId="AD" clId="Web-{5744DA5C-A024-843E-D6F0-2C11C1C54E28}"/>
    <pc:docChg chg="modSld">
      <pc:chgData name="Sanjel, Deepshikha" userId="S::nw7946fy@go.minnstate.edu::4f575c0f-7e5e-44e7-8457-7435b908ef8d" providerId="AD" clId="Web-{5744DA5C-A024-843E-D6F0-2C11C1C54E28}" dt="2023-11-28T15:46:57.982" v="26" actId="20577"/>
      <pc:docMkLst>
        <pc:docMk/>
      </pc:docMkLst>
      <pc:sldChg chg="modSp">
        <pc:chgData name="Sanjel, Deepshikha" userId="S::nw7946fy@go.minnstate.edu::4f575c0f-7e5e-44e7-8457-7435b908ef8d" providerId="AD" clId="Web-{5744DA5C-A024-843E-D6F0-2C11C1C54E28}" dt="2023-11-28T15:46:57.982" v="26" actId="20577"/>
        <pc:sldMkLst>
          <pc:docMk/>
          <pc:sldMk cId="1905417968" sldId="270"/>
        </pc:sldMkLst>
        <pc:spChg chg="mod">
          <ac:chgData name="Sanjel, Deepshikha" userId="S::nw7946fy@go.minnstate.edu::4f575c0f-7e5e-44e7-8457-7435b908ef8d" providerId="AD" clId="Web-{5744DA5C-A024-843E-D6F0-2C11C1C54E28}" dt="2023-11-28T15:46:57.982" v="26" actId="20577"/>
          <ac:spMkLst>
            <pc:docMk/>
            <pc:sldMk cId="1905417968" sldId="270"/>
            <ac:spMk id="6" creationId="{BDD822DC-5E0F-0EB7-2AB9-074A455306E5}"/>
          </ac:spMkLst>
        </pc:spChg>
      </pc:sldChg>
    </pc:docChg>
  </pc:docChgLst>
  <pc:docChgLst>
    <pc:chgData name="Sanjel, Deepshikha" userId="S::nw7946fy@go.minnstate.edu::4f575c0f-7e5e-44e7-8457-7435b908ef8d" providerId="AD" clId="Web-{07844A67-AF71-8ADD-CC7E-437362D0CEDE}"/>
    <pc:docChg chg="modSld">
      <pc:chgData name="Sanjel, Deepshikha" userId="S::nw7946fy@go.minnstate.edu::4f575c0f-7e5e-44e7-8457-7435b908ef8d" providerId="AD" clId="Web-{07844A67-AF71-8ADD-CC7E-437362D0CEDE}" dt="2023-11-16T16:38:54.403" v="191" actId="14100"/>
      <pc:docMkLst>
        <pc:docMk/>
      </pc:docMkLst>
      <pc:sldChg chg="addSp modSp">
        <pc:chgData name="Sanjel, Deepshikha" userId="S::nw7946fy@go.minnstate.edu::4f575c0f-7e5e-44e7-8457-7435b908ef8d" providerId="AD" clId="Web-{07844A67-AF71-8ADD-CC7E-437362D0CEDE}" dt="2023-11-16T16:17:58.148" v="89" actId="14100"/>
        <pc:sldMkLst>
          <pc:docMk/>
          <pc:sldMk cId="2314627008" sldId="262"/>
        </pc:sldMkLst>
        <pc:spChg chg="add mod">
          <ac:chgData name="Sanjel, Deepshikha" userId="S::nw7946fy@go.minnstate.edu::4f575c0f-7e5e-44e7-8457-7435b908ef8d" providerId="AD" clId="Web-{07844A67-AF71-8ADD-CC7E-437362D0CEDE}" dt="2023-11-16T16:17:58.148" v="89" actId="14100"/>
          <ac:spMkLst>
            <pc:docMk/>
            <pc:sldMk cId="2314627008" sldId="262"/>
            <ac:spMk id="5" creationId="{D3BF97E1-8CA4-5B47-7D59-62D208DC9EA4}"/>
          </ac:spMkLst>
        </pc:spChg>
      </pc:sldChg>
      <pc:sldChg chg="addSp">
        <pc:chgData name="Sanjel, Deepshikha" userId="S::nw7946fy@go.minnstate.edu::4f575c0f-7e5e-44e7-8457-7435b908ef8d" providerId="AD" clId="Web-{07844A67-AF71-8ADD-CC7E-437362D0CEDE}" dt="2023-11-16T16:22:32.687" v="90"/>
        <pc:sldMkLst>
          <pc:docMk/>
          <pc:sldMk cId="4212760481" sldId="264"/>
        </pc:sldMkLst>
        <pc:spChg chg="add">
          <ac:chgData name="Sanjel, Deepshikha" userId="S::nw7946fy@go.minnstate.edu::4f575c0f-7e5e-44e7-8457-7435b908ef8d" providerId="AD" clId="Web-{07844A67-AF71-8ADD-CC7E-437362D0CEDE}" dt="2023-11-16T16:22:32.687" v="90"/>
          <ac:spMkLst>
            <pc:docMk/>
            <pc:sldMk cId="4212760481" sldId="264"/>
            <ac:spMk id="5" creationId="{FA4FE0BE-3611-613B-7E84-4926261F4032}"/>
          </ac:spMkLst>
        </pc:spChg>
      </pc:sldChg>
      <pc:sldChg chg="addSp modSp">
        <pc:chgData name="Sanjel, Deepshikha" userId="S::nw7946fy@go.minnstate.edu::4f575c0f-7e5e-44e7-8457-7435b908ef8d" providerId="AD" clId="Web-{07844A67-AF71-8ADD-CC7E-437362D0CEDE}" dt="2023-11-16T16:26:22.803" v="190" actId="20577"/>
        <pc:sldMkLst>
          <pc:docMk/>
          <pc:sldMk cId="2700405408" sldId="266"/>
        </pc:sldMkLst>
        <pc:spChg chg="add mod">
          <ac:chgData name="Sanjel, Deepshikha" userId="S::nw7946fy@go.minnstate.edu::4f575c0f-7e5e-44e7-8457-7435b908ef8d" providerId="AD" clId="Web-{07844A67-AF71-8ADD-CC7E-437362D0CEDE}" dt="2023-11-16T16:26:22.803" v="190" actId="20577"/>
          <ac:spMkLst>
            <pc:docMk/>
            <pc:sldMk cId="2700405408" sldId="266"/>
            <ac:spMk id="4" creationId="{D01388C8-8C08-406E-92A2-9C54FFA453D9}"/>
          </ac:spMkLst>
        </pc:spChg>
      </pc:sldChg>
      <pc:sldChg chg="modSp">
        <pc:chgData name="Sanjel, Deepshikha" userId="S::nw7946fy@go.minnstate.edu::4f575c0f-7e5e-44e7-8457-7435b908ef8d" providerId="AD" clId="Web-{07844A67-AF71-8ADD-CC7E-437362D0CEDE}" dt="2023-11-16T16:38:54.403" v="191" actId="14100"/>
        <pc:sldMkLst>
          <pc:docMk/>
          <pc:sldMk cId="4186794603" sldId="267"/>
        </pc:sldMkLst>
        <pc:picChg chg="mod">
          <ac:chgData name="Sanjel, Deepshikha" userId="S::nw7946fy@go.minnstate.edu::4f575c0f-7e5e-44e7-8457-7435b908ef8d" providerId="AD" clId="Web-{07844A67-AF71-8ADD-CC7E-437362D0CEDE}" dt="2023-11-16T16:38:54.403" v="191" actId="14100"/>
          <ac:picMkLst>
            <pc:docMk/>
            <pc:sldMk cId="4186794603" sldId="267"/>
            <ac:picMk id="4" creationId="{0B683D93-3491-FF15-2BCE-0D772C1870A7}"/>
          </ac:picMkLst>
        </pc:picChg>
      </pc:sldChg>
    </pc:docChg>
  </pc:docChgLst>
  <pc:docChgLst>
    <pc:chgData name="Mueller, Christopher J" userId="S::gu5423zh@go.minnstate.edu::a1cbad94-15c5-43ec-80dc-0886533afca6" providerId="AD" clId="Web-{5D4D2432-95A6-4305-7DFE-1099A16B760A}"/>
    <pc:docChg chg="modSld">
      <pc:chgData name="Mueller, Christopher J" userId="S::gu5423zh@go.minnstate.edu::a1cbad94-15c5-43ec-80dc-0886533afca6" providerId="AD" clId="Web-{5D4D2432-95A6-4305-7DFE-1099A16B760A}" dt="2023-11-16T21:47:25.067" v="23" actId="20577"/>
      <pc:docMkLst>
        <pc:docMk/>
      </pc:docMkLst>
      <pc:sldChg chg="modSp">
        <pc:chgData name="Mueller, Christopher J" userId="S::gu5423zh@go.minnstate.edu::a1cbad94-15c5-43ec-80dc-0886533afca6" providerId="AD" clId="Web-{5D4D2432-95A6-4305-7DFE-1099A16B760A}" dt="2023-11-16T21:44:36.014" v="0" actId="20577"/>
        <pc:sldMkLst>
          <pc:docMk/>
          <pc:sldMk cId="3903181308" sldId="260"/>
        </pc:sldMkLst>
        <pc:spChg chg="mod">
          <ac:chgData name="Mueller, Christopher J" userId="S::gu5423zh@go.minnstate.edu::a1cbad94-15c5-43ec-80dc-0886533afca6" providerId="AD" clId="Web-{5D4D2432-95A6-4305-7DFE-1099A16B760A}" dt="2023-11-16T21:44:36.014" v="0" actId="20577"/>
          <ac:spMkLst>
            <pc:docMk/>
            <pc:sldMk cId="3903181308" sldId="260"/>
            <ac:spMk id="4" creationId="{69A39019-503A-0384-8CDB-3A8E671343CE}"/>
          </ac:spMkLst>
        </pc:spChg>
      </pc:sldChg>
      <pc:sldChg chg="modSp">
        <pc:chgData name="Mueller, Christopher J" userId="S::gu5423zh@go.minnstate.edu::a1cbad94-15c5-43ec-80dc-0886533afca6" providerId="AD" clId="Web-{5D4D2432-95A6-4305-7DFE-1099A16B760A}" dt="2023-11-16T21:44:52.859" v="10" actId="20577"/>
        <pc:sldMkLst>
          <pc:docMk/>
          <pc:sldMk cId="2314627008" sldId="262"/>
        </pc:sldMkLst>
        <pc:spChg chg="mod">
          <ac:chgData name="Mueller, Christopher J" userId="S::gu5423zh@go.minnstate.edu::a1cbad94-15c5-43ec-80dc-0886533afca6" providerId="AD" clId="Web-{5D4D2432-95A6-4305-7DFE-1099A16B760A}" dt="2023-11-16T21:44:52.859" v="10" actId="20577"/>
          <ac:spMkLst>
            <pc:docMk/>
            <pc:sldMk cId="2314627008" sldId="262"/>
            <ac:spMk id="5" creationId="{D3BF97E1-8CA4-5B47-7D59-62D208DC9EA4}"/>
          </ac:spMkLst>
        </pc:spChg>
      </pc:sldChg>
      <pc:sldChg chg="modSp">
        <pc:chgData name="Mueller, Christopher J" userId="S::gu5423zh@go.minnstate.edu::a1cbad94-15c5-43ec-80dc-0886533afca6" providerId="AD" clId="Web-{5D4D2432-95A6-4305-7DFE-1099A16B760A}" dt="2023-11-16T21:46:09.658" v="16" actId="20577"/>
        <pc:sldMkLst>
          <pc:docMk/>
          <pc:sldMk cId="4212760481" sldId="264"/>
        </pc:sldMkLst>
        <pc:spChg chg="mod">
          <ac:chgData name="Mueller, Christopher J" userId="S::gu5423zh@go.minnstate.edu::a1cbad94-15c5-43ec-80dc-0886533afca6" providerId="AD" clId="Web-{5D4D2432-95A6-4305-7DFE-1099A16B760A}" dt="2023-11-16T21:46:09.658" v="16" actId="20577"/>
          <ac:spMkLst>
            <pc:docMk/>
            <pc:sldMk cId="4212760481" sldId="264"/>
            <ac:spMk id="5" creationId="{FA4FE0BE-3611-613B-7E84-4926261F4032}"/>
          </ac:spMkLst>
        </pc:spChg>
      </pc:sldChg>
      <pc:sldChg chg="modSp">
        <pc:chgData name="Mueller, Christopher J" userId="S::gu5423zh@go.minnstate.edu::a1cbad94-15c5-43ec-80dc-0886533afca6" providerId="AD" clId="Web-{5D4D2432-95A6-4305-7DFE-1099A16B760A}" dt="2023-11-16T21:46:19.252" v="22" actId="20577"/>
        <pc:sldMkLst>
          <pc:docMk/>
          <pc:sldMk cId="2700405408" sldId="266"/>
        </pc:sldMkLst>
        <pc:spChg chg="mod">
          <ac:chgData name="Mueller, Christopher J" userId="S::gu5423zh@go.minnstate.edu::a1cbad94-15c5-43ec-80dc-0886533afca6" providerId="AD" clId="Web-{5D4D2432-95A6-4305-7DFE-1099A16B760A}" dt="2023-11-16T21:46:19.252" v="22" actId="20577"/>
          <ac:spMkLst>
            <pc:docMk/>
            <pc:sldMk cId="2700405408" sldId="266"/>
            <ac:spMk id="4" creationId="{D01388C8-8C08-406E-92A2-9C54FFA453D9}"/>
          </ac:spMkLst>
        </pc:spChg>
      </pc:sldChg>
      <pc:sldChg chg="modSp">
        <pc:chgData name="Mueller, Christopher J" userId="S::gu5423zh@go.minnstate.edu::a1cbad94-15c5-43ec-80dc-0886533afca6" providerId="AD" clId="Web-{5D4D2432-95A6-4305-7DFE-1099A16B760A}" dt="2023-11-16T21:47:25.067" v="23" actId="20577"/>
        <pc:sldMkLst>
          <pc:docMk/>
          <pc:sldMk cId="2893018387" sldId="268"/>
        </pc:sldMkLst>
        <pc:spChg chg="mod">
          <ac:chgData name="Mueller, Christopher J" userId="S::gu5423zh@go.minnstate.edu::a1cbad94-15c5-43ec-80dc-0886533afca6" providerId="AD" clId="Web-{5D4D2432-95A6-4305-7DFE-1099A16B760A}" dt="2023-11-16T21:47:25.067" v="23" actId="20577"/>
          <ac:spMkLst>
            <pc:docMk/>
            <pc:sldMk cId="2893018387" sldId="268"/>
            <ac:spMk id="2" creationId="{E30AB131-3DF4-9A29-28B8-422B8FC4FF5A}"/>
          </ac:spMkLst>
        </pc:spChg>
      </pc:sldChg>
    </pc:docChg>
  </pc:docChgLst>
  <pc:docChgLst>
    <pc:chgData name="Ojullu, Glory L" userId="S::cd8457ax@go.minnstate.edu::cfbd8ff1-c490-4ff0-a649-7540fea5d008" providerId="AD" clId="Web-{3C14BEE6-0645-DDD8-451C-18F6B0EB122F}"/>
    <pc:docChg chg="addSld modSld">
      <pc:chgData name="Ojullu, Glory L" userId="S::cd8457ax@go.minnstate.edu::cfbd8ff1-c490-4ff0-a649-7540fea5d008" providerId="AD" clId="Web-{3C14BEE6-0645-DDD8-451C-18F6B0EB122F}" dt="2023-11-14T23:45:25.914" v="1661" actId="20577"/>
      <pc:docMkLst>
        <pc:docMk/>
      </pc:docMkLst>
      <pc:sldChg chg="modSp">
        <pc:chgData name="Ojullu, Glory L" userId="S::cd8457ax@go.minnstate.edu::cfbd8ff1-c490-4ff0-a649-7540fea5d008" providerId="AD" clId="Web-{3C14BEE6-0645-DDD8-451C-18F6B0EB122F}" dt="2023-11-14T17:19:31.769" v="1106" actId="20577"/>
        <pc:sldMkLst>
          <pc:docMk/>
          <pc:sldMk cId="24667547" sldId="261"/>
        </pc:sldMkLst>
        <pc:spChg chg="mod">
          <ac:chgData name="Ojullu, Glory L" userId="S::cd8457ax@go.minnstate.edu::cfbd8ff1-c490-4ff0-a649-7540fea5d008" providerId="AD" clId="Web-{3C14BEE6-0645-DDD8-451C-18F6B0EB122F}" dt="2023-11-14T17:19:31.769" v="1106" actId="20577"/>
          <ac:spMkLst>
            <pc:docMk/>
            <pc:sldMk cId="24667547" sldId="261"/>
            <ac:spMk id="2" creationId="{A40A3A0E-1945-E18C-2257-F0A60B9AC898}"/>
          </ac:spMkLst>
        </pc:spChg>
        <pc:spChg chg="mod">
          <ac:chgData name="Ojullu, Glory L" userId="S::cd8457ax@go.minnstate.edu::cfbd8ff1-c490-4ff0-a649-7540fea5d008" providerId="AD" clId="Web-{3C14BEE6-0645-DDD8-451C-18F6B0EB122F}" dt="2023-11-14T16:20:45.882" v="308" actId="20577"/>
          <ac:spMkLst>
            <pc:docMk/>
            <pc:sldMk cId="24667547" sldId="261"/>
            <ac:spMk id="3" creationId="{8D52575C-6FA9-3A28-12CA-E23C6CD46E2F}"/>
          </ac:spMkLst>
        </pc:spChg>
      </pc:sldChg>
      <pc:sldChg chg="modSp new">
        <pc:chgData name="Ojullu, Glory L" userId="S::cd8457ax@go.minnstate.edu::cfbd8ff1-c490-4ff0-a649-7540fea5d008" providerId="AD" clId="Web-{3C14BEE6-0645-DDD8-451C-18F6B0EB122F}" dt="2023-11-14T20:18:37.338" v="1169" actId="20577"/>
        <pc:sldMkLst>
          <pc:docMk/>
          <pc:sldMk cId="1703823200" sldId="272"/>
        </pc:sldMkLst>
        <pc:spChg chg="mod">
          <ac:chgData name="Ojullu, Glory L" userId="S::cd8457ax@go.minnstate.edu::cfbd8ff1-c490-4ff0-a649-7540fea5d008" providerId="AD" clId="Web-{3C14BEE6-0645-DDD8-451C-18F6B0EB122F}" dt="2023-11-14T16:20:38.257" v="307" actId="20577"/>
          <ac:spMkLst>
            <pc:docMk/>
            <pc:sldMk cId="1703823200" sldId="272"/>
            <ac:spMk id="2" creationId="{CA1EC5C4-F614-ED61-5F2D-F94151DBBD07}"/>
          </ac:spMkLst>
        </pc:spChg>
        <pc:spChg chg="mod">
          <ac:chgData name="Ojullu, Glory L" userId="S::cd8457ax@go.minnstate.edu::cfbd8ff1-c490-4ff0-a649-7540fea5d008" providerId="AD" clId="Web-{3C14BEE6-0645-DDD8-451C-18F6B0EB122F}" dt="2023-11-14T20:18:37.338" v="1169" actId="20577"/>
          <ac:spMkLst>
            <pc:docMk/>
            <pc:sldMk cId="1703823200" sldId="272"/>
            <ac:spMk id="3" creationId="{0A9DF5F6-4CCF-6672-1F72-FA83E4BE0AE2}"/>
          </ac:spMkLst>
        </pc:spChg>
      </pc:sldChg>
      <pc:sldChg chg="modSp new">
        <pc:chgData name="Ojullu, Glory L" userId="S::cd8457ax@go.minnstate.edu::cfbd8ff1-c490-4ff0-a649-7540fea5d008" providerId="AD" clId="Web-{3C14BEE6-0645-DDD8-451C-18F6B0EB122F}" dt="2023-11-14T20:41:44.796" v="1361" actId="20577"/>
        <pc:sldMkLst>
          <pc:docMk/>
          <pc:sldMk cId="2093926836" sldId="275"/>
        </pc:sldMkLst>
        <pc:spChg chg="mod">
          <ac:chgData name="Ojullu, Glory L" userId="S::cd8457ax@go.minnstate.edu::cfbd8ff1-c490-4ff0-a649-7540fea5d008" providerId="AD" clId="Web-{3C14BEE6-0645-DDD8-451C-18F6B0EB122F}" dt="2023-11-14T20:28:28.353" v="1315" actId="1076"/>
          <ac:spMkLst>
            <pc:docMk/>
            <pc:sldMk cId="2093926836" sldId="275"/>
            <ac:spMk id="2" creationId="{D9AC3174-A912-D16B-7981-FEE6C09204D8}"/>
          </ac:spMkLst>
        </pc:spChg>
        <pc:spChg chg="mod">
          <ac:chgData name="Ojullu, Glory L" userId="S::cd8457ax@go.minnstate.edu::cfbd8ff1-c490-4ff0-a649-7540fea5d008" providerId="AD" clId="Web-{3C14BEE6-0645-DDD8-451C-18F6B0EB122F}" dt="2023-11-14T20:41:44.796" v="1361" actId="20577"/>
          <ac:spMkLst>
            <pc:docMk/>
            <pc:sldMk cId="2093926836" sldId="275"/>
            <ac:spMk id="3" creationId="{2A094474-8604-29A3-AD38-ED98F4302B12}"/>
          </ac:spMkLst>
        </pc:spChg>
        <pc:picChg chg="mod">
          <ac:chgData name="Ojullu, Glory L" userId="S::cd8457ax@go.minnstate.edu::cfbd8ff1-c490-4ff0-a649-7540fea5d008" providerId="AD" clId="Web-{3C14BEE6-0645-DDD8-451C-18F6B0EB122F}" dt="2023-11-14T20:31:18.811" v="1345" actId="1076"/>
          <ac:picMkLst>
            <pc:docMk/>
            <pc:sldMk cId="2093926836" sldId="275"/>
            <ac:picMk id="4" creationId="{E184D3D6-265A-FE78-E806-DE7DD2F2FF73}"/>
          </ac:picMkLst>
        </pc:picChg>
      </pc:sldChg>
      <pc:sldChg chg="modSp new">
        <pc:chgData name="Ojullu, Glory L" userId="S::cd8457ax@go.minnstate.edu::cfbd8ff1-c490-4ff0-a649-7540fea5d008" providerId="AD" clId="Web-{3C14BEE6-0645-DDD8-451C-18F6B0EB122F}" dt="2023-11-14T20:42:50.610" v="1371" actId="1076"/>
        <pc:sldMkLst>
          <pc:docMk/>
          <pc:sldMk cId="4140244896" sldId="276"/>
        </pc:sldMkLst>
        <pc:spChg chg="mod">
          <ac:chgData name="Ojullu, Glory L" userId="S::cd8457ax@go.minnstate.edu::cfbd8ff1-c490-4ff0-a649-7540fea5d008" providerId="AD" clId="Web-{3C14BEE6-0645-DDD8-451C-18F6B0EB122F}" dt="2023-11-14T20:39:45.121" v="1354" actId="1076"/>
          <ac:spMkLst>
            <pc:docMk/>
            <pc:sldMk cId="4140244896" sldId="276"/>
            <ac:spMk id="2" creationId="{01C8F185-5F73-F34E-EC1D-521A5C886937}"/>
          </ac:spMkLst>
        </pc:spChg>
        <pc:spChg chg="mod">
          <ac:chgData name="Ojullu, Glory L" userId="S::cd8457ax@go.minnstate.edu::cfbd8ff1-c490-4ff0-a649-7540fea5d008" providerId="AD" clId="Web-{3C14BEE6-0645-DDD8-451C-18F6B0EB122F}" dt="2023-11-14T20:40:50.607" v="1356" actId="20577"/>
          <ac:spMkLst>
            <pc:docMk/>
            <pc:sldMk cId="4140244896" sldId="276"/>
            <ac:spMk id="3" creationId="{CCC4D6B6-8E38-976B-0A03-5B1CED408923}"/>
          </ac:spMkLst>
        </pc:spChg>
        <pc:picChg chg="mod">
          <ac:chgData name="Ojullu, Glory L" userId="S::cd8457ax@go.minnstate.edu::cfbd8ff1-c490-4ff0-a649-7540fea5d008" providerId="AD" clId="Web-{3C14BEE6-0645-DDD8-451C-18F6B0EB122F}" dt="2023-11-14T20:42:46.266" v="1370" actId="14100"/>
          <ac:picMkLst>
            <pc:docMk/>
            <pc:sldMk cId="4140244896" sldId="276"/>
            <ac:picMk id="4" creationId="{D56F2774-F392-C7E5-0726-B57ECBF70ECD}"/>
          </ac:picMkLst>
        </pc:picChg>
        <pc:picChg chg="mod">
          <ac:chgData name="Ojullu, Glory L" userId="S::cd8457ax@go.minnstate.edu::cfbd8ff1-c490-4ff0-a649-7540fea5d008" providerId="AD" clId="Web-{3C14BEE6-0645-DDD8-451C-18F6B0EB122F}" dt="2023-11-14T20:42:30.360" v="1367" actId="1076"/>
          <ac:picMkLst>
            <pc:docMk/>
            <pc:sldMk cId="4140244896" sldId="276"/>
            <ac:picMk id="6" creationId="{0E75B015-25DD-BDF5-C9F2-676967632F88}"/>
          </ac:picMkLst>
        </pc:picChg>
        <pc:picChg chg="mod">
          <ac:chgData name="Ojullu, Glory L" userId="S::cd8457ax@go.minnstate.edu::cfbd8ff1-c490-4ff0-a649-7540fea5d008" providerId="AD" clId="Web-{3C14BEE6-0645-DDD8-451C-18F6B0EB122F}" dt="2023-11-14T20:42:37.297" v="1368" actId="1076"/>
          <ac:picMkLst>
            <pc:docMk/>
            <pc:sldMk cId="4140244896" sldId="276"/>
            <ac:picMk id="7" creationId="{6B20DED0-04FE-0BE0-D477-44CD4F8615CD}"/>
          </ac:picMkLst>
        </pc:picChg>
        <pc:picChg chg="mod">
          <ac:chgData name="Ojullu, Glory L" userId="S::cd8457ax@go.minnstate.edu::cfbd8ff1-c490-4ff0-a649-7540fea5d008" providerId="AD" clId="Web-{3C14BEE6-0645-DDD8-451C-18F6B0EB122F}" dt="2023-11-14T20:42:50.610" v="1371" actId="1076"/>
          <ac:picMkLst>
            <pc:docMk/>
            <pc:sldMk cId="4140244896" sldId="276"/>
            <ac:picMk id="8" creationId="{3B87C684-EA65-325B-530A-3946BDD656CE}"/>
          </ac:picMkLst>
        </pc:picChg>
      </pc:sldChg>
      <pc:sldChg chg="modSp new">
        <pc:chgData name="Ojullu, Glory L" userId="S::cd8457ax@go.minnstate.edu::cfbd8ff1-c490-4ff0-a649-7540fea5d008" providerId="AD" clId="Web-{3C14BEE6-0645-DDD8-451C-18F6B0EB122F}" dt="2023-11-14T20:47:13.367" v="1400" actId="1076"/>
        <pc:sldMkLst>
          <pc:docMk/>
          <pc:sldMk cId="3600432080" sldId="277"/>
        </pc:sldMkLst>
        <pc:spChg chg="mod">
          <ac:chgData name="Ojullu, Glory L" userId="S::cd8457ax@go.minnstate.edu::cfbd8ff1-c490-4ff0-a649-7540fea5d008" providerId="AD" clId="Web-{3C14BEE6-0645-DDD8-451C-18F6B0EB122F}" dt="2023-11-14T20:46:51.742" v="1397" actId="1076"/>
          <ac:spMkLst>
            <pc:docMk/>
            <pc:sldMk cId="3600432080" sldId="277"/>
            <ac:spMk id="2" creationId="{AB2F1CAA-239F-7774-2323-C64A165BE59A}"/>
          </ac:spMkLst>
        </pc:spChg>
        <pc:spChg chg="mod">
          <ac:chgData name="Ojullu, Glory L" userId="S::cd8457ax@go.minnstate.edu::cfbd8ff1-c490-4ff0-a649-7540fea5d008" providerId="AD" clId="Web-{3C14BEE6-0645-DDD8-451C-18F6B0EB122F}" dt="2023-11-14T20:47:00.914" v="1398" actId="1076"/>
          <ac:spMkLst>
            <pc:docMk/>
            <pc:sldMk cId="3600432080" sldId="277"/>
            <ac:spMk id="3" creationId="{199E3704-7A58-C37A-119A-9FB15CCB6A42}"/>
          </ac:spMkLst>
        </pc:spChg>
        <pc:picChg chg="mod">
          <ac:chgData name="Ojullu, Glory L" userId="S::cd8457ax@go.minnstate.edu::cfbd8ff1-c490-4ff0-a649-7540fea5d008" providerId="AD" clId="Web-{3C14BEE6-0645-DDD8-451C-18F6B0EB122F}" dt="2023-11-14T20:47:06.883" v="1399" actId="1076"/>
          <ac:picMkLst>
            <pc:docMk/>
            <pc:sldMk cId="3600432080" sldId="277"/>
            <ac:picMk id="4" creationId="{4D0F735E-9197-FF48-BD5E-1368D2F1879E}"/>
          </ac:picMkLst>
        </pc:picChg>
        <pc:picChg chg="mod">
          <ac:chgData name="Ojullu, Glory L" userId="S::cd8457ax@go.minnstate.edu::cfbd8ff1-c490-4ff0-a649-7540fea5d008" providerId="AD" clId="Web-{3C14BEE6-0645-DDD8-451C-18F6B0EB122F}" dt="2023-11-14T20:47:13.367" v="1400" actId="1076"/>
          <ac:picMkLst>
            <pc:docMk/>
            <pc:sldMk cId="3600432080" sldId="277"/>
            <ac:picMk id="5" creationId="{4E93F0F0-720A-FC05-6B98-EDAF2BFA84EF}"/>
          </ac:picMkLst>
        </pc:picChg>
      </pc:sldChg>
      <pc:sldChg chg="modSp new">
        <pc:chgData name="Ojullu, Glory L" userId="S::cd8457ax@go.minnstate.edu::cfbd8ff1-c490-4ff0-a649-7540fea5d008" providerId="AD" clId="Web-{3C14BEE6-0645-DDD8-451C-18F6B0EB122F}" dt="2023-11-14T20:53:06.642" v="1405" actId="1076"/>
        <pc:sldMkLst>
          <pc:docMk/>
          <pc:sldMk cId="3137054860" sldId="278"/>
        </pc:sldMkLst>
        <pc:spChg chg="mod">
          <ac:chgData name="Ojullu, Glory L" userId="S::cd8457ax@go.minnstate.edu::cfbd8ff1-c490-4ff0-a649-7540fea5d008" providerId="AD" clId="Web-{3C14BEE6-0645-DDD8-451C-18F6B0EB122F}" dt="2023-11-14T20:47:38.290" v="1401" actId="1076"/>
          <ac:spMkLst>
            <pc:docMk/>
            <pc:sldMk cId="3137054860" sldId="278"/>
            <ac:spMk id="2" creationId="{B01D6213-B3C4-E94E-D81A-920EA082E669}"/>
          </ac:spMkLst>
        </pc:spChg>
        <pc:spChg chg="mod">
          <ac:chgData name="Ojullu, Glory L" userId="S::cd8457ax@go.minnstate.edu::cfbd8ff1-c490-4ff0-a649-7540fea5d008" providerId="AD" clId="Web-{3C14BEE6-0645-DDD8-451C-18F6B0EB122F}" dt="2023-11-14T20:48:12.806" v="1404" actId="20577"/>
          <ac:spMkLst>
            <pc:docMk/>
            <pc:sldMk cId="3137054860" sldId="278"/>
            <ac:spMk id="3" creationId="{01AC383E-046E-34B6-716C-A5118D388C0F}"/>
          </ac:spMkLst>
        </pc:spChg>
        <pc:picChg chg="mod">
          <ac:chgData name="Ojullu, Glory L" userId="S::cd8457ax@go.minnstate.edu::cfbd8ff1-c490-4ff0-a649-7540fea5d008" providerId="AD" clId="Web-{3C14BEE6-0645-DDD8-451C-18F6B0EB122F}" dt="2023-11-14T20:53:06.642" v="1405" actId="1076"/>
          <ac:picMkLst>
            <pc:docMk/>
            <pc:sldMk cId="3137054860" sldId="278"/>
            <ac:picMk id="5" creationId="{94C52EE8-4607-7BE1-1FF2-8AEA3035F80B}"/>
          </ac:picMkLst>
        </pc:picChg>
      </pc:sldChg>
      <pc:sldChg chg="modSp new">
        <pc:chgData name="Ojullu, Glory L" userId="S::cd8457ax@go.minnstate.edu::cfbd8ff1-c490-4ff0-a649-7540fea5d008" providerId="AD" clId="Web-{3C14BEE6-0645-DDD8-451C-18F6B0EB122F}" dt="2023-11-14T23:12:09.197" v="1416" actId="1076"/>
        <pc:sldMkLst>
          <pc:docMk/>
          <pc:sldMk cId="3431002600" sldId="279"/>
        </pc:sldMkLst>
        <pc:spChg chg="mod">
          <ac:chgData name="Ojullu, Glory L" userId="S::cd8457ax@go.minnstate.edu::cfbd8ff1-c490-4ff0-a649-7540fea5d008" providerId="AD" clId="Web-{3C14BEE6-0645-DDD8-451C-18F6B0EB122F}" dt="2023-11-14T23:06:20.061" v="1406" actId="1076"/>
          <ac:spMkLst>
            <pc:docMk/>
            <pc:sldMk cId="3431002600" sldId="279"/>
            <ac:spMk id="2" creationId="{F09AEE61-5E0A-92DF-96A1-14F727741A5F}"/>
          </ac:spMkLst>
        </pc:spChg>
        <pc:spChg chg="mod">
          <ac:chgData name="Ojullu, Glory L" userId="S::cd8457ax@go.minnstate.edu::cfbd8ff1-c490-4ff0-a649-7540fea5d008" providerId="AD" clId="Web-{3C14BEE6-0645-DDD8-451C-18F6B0EB122F}" dt="2023-11-14T23:11:45.399" v="1411" actId="20577"/>
          <ac:spMkLst>
            <pc:docMk/>
            <pc:sldMk cId="3431002600" sldId="279"/>
            <ac:spMk id="3" creationId="{D2C67035-7398-CA02-621D-EEFA95C210AE}"/>
          </ac:spMkLst>
        </pc:spChg>
        <pc:picChg chg="mod">
          <ac:chgData name="Ojullu, Glory L" userId="S::cd8457ax@go.minnstate.edu::cfbd8ff1-c490-4ff0-a649-7540fea5d008" providerId="AD" clId="Web-{3C14BEE6-0645-DDD8-451C-18F6B0EB122F}" dt="2023-11-14T23:12:09.197" v="1416" actId="1076"/>
          <ac:picMkLst>
            <pc:docMk/>
            <pc:sldMk cId="3431002600" sldId="279"/>
            <ac:picMk id="5" creationId="{A32656CE-5E48-BC35-5CDC-3137FBBA768C}"/>
          </ac:picMkLst>
        </pc:picChg>
        <pc:picChg chg="mod">
          <ac:chgData name="Ojullu, Glory L" userId="S::cd8457ax@go.minnstate.edu::cfbd8ff1-c490-4ff0-a649-7540fea5d008" providerId="AD" clId="Web-{3C14BEE6-0645-DDD8-451C-18F6B0EB122F}" dt="2023-11-14T23:12:03.587" v="1415" actId="1076"/>
          <ac:picMkLst>
            <pc:docMk/>
            <pc:sldMk cId="3431002600" sldId="279"/>
            <ac:picMk id="6" creationId="{CB73A9C3-1132-E28D-C2D1-4E67A308F791}"/>
          </ac:picMkLst>
        </pc:picChg>
        <pc:picChg chg="mod">
          <ac:chgData name="Ojullu, Glory L" userId="S::cd8457ax@go.minnstate.edu::cfbd8ff1-c490-4ff0-a649-7540fea5d008" providerId="AD" clId="Web-{3C14BEE6-0645-DDD8-451C-18F6B0EB122F}" dt="2023-11-14T23:11:58.946" v="1414" actId="1076"/>
          <ac:picMkLst>
            <pc:docMk/>
            <pc:sldMk cId="3431002600" sldId="279"/>
            <ac:picMk id="7" creationId="{35571A84-0F18-29C3-2588-3E1664CE304B}"/>
          </ac:picMkLst>
        </pc:picChg>
      </pc:sldChg>
      <pc:sldChg chg="addSp modSp new">
        <pc:chgData name="Ojullu, Glory L" userId="S::cd8457ax@go.minnstate.edu::cfbd8ff1-c490-4ff0-a649-7540fea5d008" providerId="AD" clId="Web-{3C14BEE6-0645-DDD8-451C-18F6B0EB122F}" dt="2023-11-14T23:21:50.183" v="1479" actId="1076"/>
        <pc:sldMkLst>
          <pc:docMk/>
          <pc:sldMk cId="661848445" sldId="280"/>
        </pc:sldMkLst>
        <pc:spChg chg="mod">
          <ac:chgData name="Ojullu, Glory L" userId="S::cd8457ax@go.minnstate.edu::cfbd8ff1-c490-4ff0-a649-7540fea5d008" providerId="AD" clId="Web-{3C14BEE6-0645-DDD8-451C-18F6B0EB122F}" dt="2023-11-14T16:44:43.660" v="1071" actId="20577"/>
          <ac:spMkLst>
            <pc:docMk/>
            <pc:sldMk cId="661848445" sldId="280"/>
            <ac:spMk id="2" creationId="{41128116-624F-B3D5-A46B-7563DD5D14CC}"/>
          </ac:spMkLst>
        </pc:spChg>
        <pc:spChg chg="add mod">
          <ac:chgData name="Ojullu, Glory L" userId="S::cd8457ax@go.minnstate.edu::cfbd8ff1-c490-4ff0-a649-7540fea5d008" providerId="AD" clId="Web-{3C14BEE6-0645-DDD8-451C-18F6B0EB122F}" dt="2023-11-14T23:21:33.464" v="1476" actId="1076"/>
          <ac:spMkLst>
            <pc:docMk/>
            <pc:sldMk cId="661848445" sldId="280"/>
            <ac:spMk id="3" creationId="{339B1104-36F7-D6F4-76D0-E45B5F75583B}"/>
          </ac:spMkLst>
        </pc:spChg>
        <pc:picChg chg="mod">
          <ac:chgData name="Ojullu, Glory L" userId="S::cd8457ax@go.minnstate.edu::cfbd8ff1-c490-4ff0-a649-7540fea5d008" providerId="AD" clId="Web-{3C14BEE6-0645-DDD8-451C-18F6B0EB122F}" dt="2023-11-14T23:21:44.667" v="1478" actId="1076"/>
          <ac:picMkLst>
            <pc:docMk/>
            <pc:sldMk cId="661848445" sldId="280"/>
            <ac:picMk id="5" creationId="{8CB896A9-5AA3-40B5-C1DA-A35AA740FB65}"/>
          </ac:picMkLst>
        </pc:picChg>
        <pc:picChg chg="mod">
          <ac:chgData name="Ojullu, Glory L" userId="S::cd8457ax@go.minnstate.edu::cfbd8ff1-c490-4ff0-a649-7540fea5d008" providerId="AD" clId="Web-{3C14BEE6-0645-DDD8-451C-18F6B0EB122F}" dt="2023-11-14T23:21:50.183" v="1479" actId="1076"/>
          <ac:picMkLst>
            <pc:docMk/>
            <pc:sldMk cId="661848445" sldId="280"/>
            <ac:picMk id="6" creationId="{74C52A8B-5C4F-3523-8451-223038E6AA0E}"/>
          </ac:picMkLst>
        </pc:picChg>
        <pc:picChg chg="mod">
          <ac:chgData name="Ojullu, Glory L" userId="S::cd8457ax@go.minnstate.edu::cfbd8ff1-c490-4ff0-a649-7540fea5d008" providerId="AD" clId="Web-{3C14BEE6-0645-DDD8-451C-18F6B0EB122F}" dt="2023-11-14T23:21:37.948" v="1477" actId="1076"/>
          <ac:picMkLst>
            <pc:docMk/>
            <pc:sldMk cId="661848445" sldId="280"/>
            <ac:picMk id="7" creationId="{B8DB4C60-CCDF-1228-93DE-2F481F33411D}"/>
          </ac:picMkLst>
        </pc:picChg>
      </pc:sldChg>
      <pc:sldChg chg="addSp modSp new mod modClrScheme chgLayout">
        <pc:chgData name="Ojullu, Glory L" userId="S::cd8457ax@go.minnstate.edu::cfbd8ff1-c490-4ff0-a649-7540fea5d008" providerId="AD" clId="Web-{3C14BEE6-0645-DDD8-451C-18F6B0EB122F}" dt="2023-11-14T23:30:03.792" v="1559" actId="1076"/>
        <pc:sldMkLst>
          <pc:docMk/>
          <pc:sldMk cId="536646460" sldId="281"/>
        </pc:sldMkLst>
        <pc:spChg chg="mod ord">
          <ac:chgData name="Ojullu, Glory L" userId="S::cd8457ax@go.minnstate.edu::cfbd8ff1-c490-4ff0-a649-7540fea5d008" providerId="AD" clId="Web-{3C14BEE6-0645-DDD8-451C-18F6B0EB122F}" dt="2023-11-14T23:24:35.204" v="1485" actId="1076"/>
          <ac:spMkLst>
            <pc:docMk/>
            <pc:sldMk cId="536646460" sldId="281"/>
            <ac:spMk id="2" creationId="{C27E8B5F-8EDD-F930-A130-9B18ECA924F2}"/>
          </ac:spMkLst>
        </pc:spChg>
        <pc:spChg chg="add mod ord">
          <ac:chgData name="Ojullu, Glory L" userId="S::cd8457ax@go.minnstate.edu::cfbd8ff1-c490-4ff0-a649-7540fea5d008" providerId="AD" clId="Web-{3C14BEE6-0645-DDD8-451C-18F6B0EB122F}" dt="2023-11-14T23:28:31.914" v="1556" actId="20577"/>
          <ac:spMkLst>
            <pc:docMk/>
            <pc:sldMk cId="536646460" sldId="281"/>
            <ac:spMk id="3" creationId="{25C8A938-0DB9-7B75-ED3F-CDD95FD8F642}"/>
          </ac:spMkLst>
        </pc:spChg>
        <pc:picChg chg="mod">
          <ac:chgData name="Ojullu, Glory L" userId="S::cd8457ax@go.minnstate.edu::cfbd8ff1-c490-4ff0-a649-7540fea5d008" providerId="AD" clId="Web-{3C14BEE6-0645-DDD8-451C-18F6B0EB122F}" dt="2023-11-14T23:28:38.367" v="1557" actId="1076"/>
          <ac:picMkLst>
            <pc:docMk/>
            <pc:sldMk cId="536646460" sldId="281"/>
            <ac:picMk id="5" creationId="{003E1F3F-ACC4-96F9-D5DE-033EFE9522F3}"/>
          </ac:picMkLst>
        </pc:picChg>
        <pc:picChg chg="mod ord">
          <ac:chgData name="Ojullu, Glory L" userId="S::cd8457ax@go.minnstate.edu::cfbd8ff1-c490-4ff0-a649-7540fea5d008" providerId="AD" clId="Web-{3C14BEE6-0645-DDD8-451C-18F6B0EB122F}" dt="2023-11-14T23:28:42.618" v="1558" actId="1076"/>
          <ac:picMkLst>
            <pc:docMk/>
            <pc:sldMk cId="536646460" sldId="281"/>
            <ac:picMk id="6" creationId="{CBAA5FEA-D3F7-0E9A-3735-EDE354BFBD46}"/>
          </ac:picMkLst>
        </pc:picChg>
        <pc:picChg chg="mod">
          <ac:chgData name="Ojullu, Glory L" userId="S::cd8457ax@go.minnstate.edu::cfbd8ff1-c490-4ff0-a649-7540fea5d008" providerId="AD" clId="Web-{3C14BEE6-0645-DDD8-451C-18F6B0EB122F}" dt="2023-11-14T23:30:03.792" v="1559" actId="1076"/>
          <ac:picMkLst>
            <pc:docMk/>
            <pc:sldMk cId="536646460" sldId="281"/>
            <ac:picMk id="7" creationId="{C6103133-2BE5-4C37-F3D4-ED094FBC963B}"/>
          </ac:picMkLst>
        </pc:picChg>
      </pc:sldChg>
      <pc:sldChg chg="addSp delSp modSp new mod modClrScheme chgLayout">
        <pc:chgData name="Ojullu, Glory L" userId="S::cd8457ax@go.minnstate.edu::cfbd8ff1-c490-4ff0-a649-7540fea5d008" providerId="AD" clId="Web-{3C14BEE6-0645-DDD8-451C-18F6B0EB122F}" dt="2023-11-14T23:43:11.878" v="1641" actId="20577"/>
        <pc:sldMkLst>
          <pc:docMk/>
          <pc:sldMk cId="1055329605" sldId="282"/>
        </pc:sldMkLst>
        <pc:spChg chg="mod ord">
          <ac:chgData name="Ojullu, Glory L" userId="S::cd8457ax@go.minnstate.edu::cfbd8ff1-c490-4ff0-a649-7540fea5d008" providerId="AD" clId="Web-{3C14BEE6-0645-DDD8-451C-18F6B0EB122F}" dt="2023-11-14T23:43:11.878" v="1641" actId="20577"/>
          <ac:spMkLst>
            <pc:docMk/>
            <pc:sldMk cId="1055329605" sldId="282"/>
            <ac:spMk id="2" creationId="{F8017349-99AC-CD8A-7DCD-1B54CDF4EBA8}"/>
          </ac:spMkLst>
        </pc:spChg>
        <pc:spChg chg="add del mod ord">
          <ac:chgData name="Ojullu, Glory L" userId="S::cd8457ax@go.minnstate.edu::cfbd8ff1-c490-4ff0-a649-7540fea5d008" providerId="AD" clId="Web-{3C14BEE6-0645-DDD8-451C-18F6B0EB122F}" dt="2023-11-14T23:38:06.338" v="1562"/>
          <ac:spMkLst>
            <pc:docMk/>
            <pc:sldMk cId="1055329605" sldId="282"/>
            <ac:spMk id="3" creationId="{A1333D5C-7BDC-CEE9-E88F-DDD45F4CDB9E}"/>
          </ac:spMkLst>
        </pc:spChg>
        <pc:spChg chg="add del mod ord">
          <ac:chgData name="Ojullu, Glory L" userId="S::cd8457ax@go.minnstate.edu::cfbd8ff1-c490-4ff0-a649-7540fea5d008" providerId="AD" clId="Web-{3C14BEE6-0645-DDD8-451C-18F6B0EB122F}" dt="2023-11-14T23:38:06.338" v="1562"/>
          <ac:spMkLst>
            <pc:docMk/>
            <pc:sldMk cId="1055329605" sldId="282"/>
            <ac:spMk id="4" creationId="{9D56DFF6-85F6-D754-BD73-AC87622573FC}"/>
          </ac:spMkLst>
        </pc:spChg>
        <pc:spChg chg="add mod ord">
          <ac:chgData name="Ojullu, Glory L" userId="S::cd8457ax@go.minnstate.edu::cfbd8ff1-c490-4ff0-a649-7540fea5d008" providerId="AD" clId="Web-{3C14BEE6-0645-DDD8-451C-18F6B0EB122F}" dt="2023-11-14T23:43:00.144" v="1640" actId="20577"/>
          <ac:spMkLst>
            <pc:docMk/>
            <pc:sldMk cId="1055329605" sldId="282"/>
            <ac:spMk id="8" creationId="{884E943C-2168-BB63-4425-F4BBF0952789}"/>
          </ac:spMkLst>
        </pc:spChg>
        <pc:picChg chg="mod">
          <ac:chgData name="Ojullu, Glory L" userId="S::cd8457ax@go.minnstate.edu::cfbd8ff1-c490-4ff0-a649-7540fea5d008" providerId="AD" clId="Web-{3C14BEE6-0645-DDD8-451C-18F6B0EB122F}" dt="2023-11-14T23:42:38.159" v="1637" actId="1076"/>
          <ac:picMkLst>
            <pc:docMk/>
            <pc:sldMk cId="1055329605" sldId="282"/>
            <ac:picMk id="5" creationId="{1727F73A-745D-0504-D0AF-1AAF5CFB4818}"/>
          </ac:picMkLst>
        </pc:picChg>
        <pc:picChg chg="mod ord">
          <ac:chgData name="Ojullu, Glory L" userId="S::cd8457ax@go.minnstate.edu::cfbd8ff1-c490-4ff0-a649-7540fea5d008" providerId="AD" clId="Web-{3C14BEE6-0645-DDD8-451C-18F6B0EB122F}" dt="2023-11-14T23:42:42.971" v="1638" actId="1076"/>
          <ac:picMkLst>
            <pc:docMk/>
            <pc:sldMk cId="1055329605" sldId="282"/>
            <ac:picMk id="6" creationId="{D90AC3C2-26AC-A8A6-59A7-0E40D98FE3AE}"/>
          </ac:picMkLst>
        </pc:picChg>
        <pc:picChg chg="mod">
          <ac:chgData name="Ojullu, Glory L" userId="S::cd8457ax@go.minnstate.edu::cfbd8ff1-c490-4ff0-a649-7540fea5d008" providerId="AD" clId="Web-{3C14BEE6-0645-DDD8-451C-18F6B0EB122F}" dt="2023-11-14T23:42:33.518" v="1636" actId="1076"/>
          <ac:picMkLst>
            <pc:docMk/>
            <pc:sldMk cId="1055329605" sldId="282"/>
            <ac:picMk id="7" creationId="{B5C3E7A7-E635-FBF6-718D-45CF9C2CDFB5}"/>
          </ac:picMkLst>
        </pc:picChg>
      </pc:sldChg>
      <pc:sldChg chg="addSp delSp modSp mod modClrScheme chgLayout">
        <pc:chgData name="Ojullu, Glory L" userId="S::cd8457ax@go.minnstate.edu::cfbd8ff1-c490-4ff0-a649-7540fea5d008" providerId="AD" clId="Web-{3C14BEE6-0645-DDD8-451C-18F6B0EB122F}" dt="2023-11-14T23:45:25.914" v="1661" actId="20577"/>
        <pc:sldMkLst>
          <pc:docMk/>
          <pc:sldMk cId="1065910892" sldId="283"/>
        </pc:sldMkLst>
        <pc:spChg chg="mod ord">
          <ac:chgData name="Ojullu, Glory L" userId="S::cd8457ax@go.minnstate.edu::cfbd8ff1-c490-4ff0-a649-7540fea5d008" providerId="AD" clId="Web-{3C14BEE6-0645-DDD8-451C-18F6B0EB122F}" dt="2023-11-14T23:44:34.568" v="1647" actId="14100"/>
          <ac:spMkLst>
            <pc:docMk/>
            <pc:sldMk cId="1065910892" sldId="283"/>
            <ac:spMk id="2" creationId="{48E9968C-3AC8-3583-E684-1D3030E20B49}"/>
          </ac:spMkLst>
        </pc:spChg>
        <pc:spChg chg="add del mod ord">
          <ac:chgData name="Ojullu, Glory L" userId="S::cd8457ax@go.minnstate.edu::cfbd8ff1-c490-4ff0-a649-7540fea5d008" providerId="AD" clId="Web-{3C14BEE6-0645-DDD8-451C-18F6B0EB122F}" dt="2023-11-14T23:44:15.552" v="1644"/>
          <ac:spMkLst>
            <pc:docMk/>
            <pc:sldMk cId="1065910892" sldId="283"/>
            <ac:spMk id="3" creationId="{B67D6385-D53C-F9ED-D8B4-15B443B64EF0}"/>
          </ac:spMkLst>
        </pc:spChg>
        <pc:spChg chg="add del mod ord">
          <ac:chgData name="Ojullu, Glory L" userId="S::cd8457ax@go.minnstate.edu::cfbd8ff1-c490-4ff0-a649-7540fea5d008" providerId="AD" clId="Web-{3C14BEE6-0645-DDD8-451C-18F6B0EB122F}" dt="2023-11-14T23:44:15.552" v="1644"/>
          <ac:spMkLst>
            <pc:docMk/>
            <pc:sldMk cId="1065910892" sldId="283"/>
            <ac:spMk id="4" creationId="{A1793504-399E-55E2-72DF-40458946669C}"/>
          </ac:spMkLst>
        </pc:spChg>
        <pc:spChg chg="add mod ord">
          <ac:chgData name="Ojullu, Glory L" userId="S::cd8457ax@go.minnstate.edu::cfbd8ff1-c490-4ff0-a649-7540fea5d008" providerId="AD" clId="Web-{3C14BEE6-0645-DDD8-451C-18F6B0EB122F}" dt="2023-11-14T23:45:25.914" v="1661" actId="20577"/>
          <ac:spMkLst>
            <pc:docMk/>
            <pc:sldMk cId="1065910892" sldId="283"/>
            <ac:spMk id="8" creationId="{E82A13D6-F7B9-E013-C8D3-A3FF8A8C4262}"/>
          </ac:spMkLst>
        </pc:spChg>
        <pc:picChg chg="mod ord">
          <ac:chgData name="Ojullu, Glory L" userId="S::cd8457ax@go.minnstate.edu::cfbd8ff1-c490-4ff0-a649-7540fea5d008" providerId="AD" clId="Web-{3C14BEE6-0645-DDD8-451C-18F6B0EB122F}" dt="2023-11-14T23:44:15.552" v="1644"/>
          <ac:picMkLst>
            <pc:docMk/>
            <pc:sldMk cId="1065910892" sldId="283"/>
            <ac:picMk id="6" creationId="{99E49CF4-9293-9832-6ED0-9BAC9F793D1C}"/>
          </ac:picMkLst>
        </pc:picChg>
      </pc:sldChg>
      <pc:sldChg chg="modSp new">
        <pc:chgData name="Ojullu, Glory L" userId="S::cd8457ax@go.minnstate.edu::cfbd8ff1-c490-4ff0-a649-7540fea5d008" providerId="AD" clId="Web-{3C14BEE6-0645-DDD8-451C-18F6B0EB122F}" dt="2023-11-14T20:32:29.578" v="1351" actId="20577"/>
        <pc:sldMkLst>
          <pc:docMk/>
          <pc:sldMk cId="3563200735" sldId="291"/>
        </pc:sldMkLst>
        <pc:spChg chg="mod">
          <ac:chgData name="Ojullu, Glory L" userId="S::cd8457ax@go.minnstate.edu::cfbd8ff1-c490-4ff0-a649-7540fea5d008" providerId="AD" clId="Web-{3C14BEE6-0645-DDD8-451C-18F6B0EB122F}" dt="2023-11-14T20:32:29.578" v="1351" actId="20577"/>
          <ac:spMkLst>
            <pc:docMk/>
            <pc:sldMk cId="3563200735" sldId="291"/>
            <ac:spMk id="2" creationId="{E1C78921-D313-BCE2-1083-8FBD71B3EC3A}"/>
          </ac:spMkLst>
        </pc:spChg>
        <pc:spChg chg="mod">
          <ac:chgData name="Ojullu, Glory L" userId="S::cd8457ax@go.minnstate.edu::cfbd8ff1-c490-4ff0-a649-7540fea5d008" providerId="AD" clId="Web-{3C14BEE6-0645-DDD8-451C-18F6B0EB122F}" dt="2023-11-14T20:12:21.015" v="1132" actId="20577"/>
          <ac:spMkLst>
            <pc:docMk/>
            <pc:sldMk cId="3563200735" sldId="291"/>
            <ac:spMk id="3" creationId="{032C0BB8-B4D5-0D31-A52A-09B71914A608}"/>
          </ac:spMkLst>
        </pc:spChg>
        <pc:spChg chg="mod">
          <ac:chgData name="Ojullu, Glory L" userId="S::cd8457ax@go.minnstate.edu::cfbd8ff1-c490-4ff0-a649-7540fea5d008" providerId="AD" clId="Web-{3C14BEE6-0645-DDD8-451C-18F6B0EB122F}" dt="2023-11-14T20:12:40.453" v="1134" actId="20577"/>
          <ac:spMkLst>
            <pc:docMk/>
            <pc:sldMk cId="3563200735" sldId="291"/>
            <ac:spMk id="4" creationId="{7EB7F7F5-DCAE-BC04-305C-303637E3ED5A}"/>
          </ac:spMkLst>
        </pc:spChg>
      </pc:sldChg>
      <pc:sldChg chg="new">
        <pc:chgData name="Ojullu, Glory L" userId="S::cd8457ax@go.minnstate.edu::cfbd8ff1-c490-4ff0-a649-7540fea5d008" providerId="AD" clId="Web-{3C14BEE6-0645-DDD8-451C-18F6B0EB122F}" dt="2023-11-14T23:35:25.614" v="1560"/>
        <pc:sldMkLst>
          <pc:docMk/>
          <pc:sldMk cId="3530079920" sldId="292"/>
        </pc:sldMkLst>
      </pc:sldChg>
    </pc:docChg>
  </pc:docChgLst>
  <pc:docChgLst>
    <pc:chgData name="Munnings, Kavaughn H" userId="68a81c7a-215e-4543-8b34-45e9e5891842" providerId="ADAL" clId="{76082632-E9B3-45CB-B03F-BDE517C8CC0E}"/>
    <pc:docChg chg="undo custSel modSld">
      <pc:chgData name="Munnings, Kavaughn H" userId="68a81c7a-215e-4543-8b34-45e9e5891842" providerId="ADAL" clId="{76082632-E9B3-45CB-B03F-BDE517C8CC0E}" dt="2023-11-22T14:58:01.248" v="1296" actId="20577"/>
      <pc:docMkLst>
        <pc:docMk/>
      </pc:docMkLst>
      <pc:sldChg chg="addSp delSp modSp mod">
        <pc:chgData name="Munnings, Kavaughn H" userId="68a81c7a-215e-4543-8b34-45e9e5891842" providerId="ADAL" clId="{76082632-E9B3-45CB-B03F-BDE517C8CC0E}" dt="2023-11-22T14:58:01.248" v="1296" actId="20577"/>
        <pc:sldMkLst>
          <pc:docMk/>
          <pc:sldMk cId="2889270383" sldId="259"/>
        </pc:sldMkLst>
        <pc:spChg chg="mod">
          <ac:chgData name="Munnings, Kavaughn H" userId="68a81c7a-215e-4543-8b34-45e9e5891842" providerId="ADAL" clId="{76082632-E9B3-45CB-B03F-BDE517C8CC0E}" dt="2023-11-15T17:16:08.175" v="332" actId="20577"/>
          <ac:spMkLst>
            <pc:docMk/>
            <pc:sldMk cId="2889270383" sldId="259"/>
            <ac:spMk id="4" creationId="{1E242274-165A-16E7-7DA7-81AF5F350271}"/>
          </ac:spMkLst>
        </pc:spChg>
        <pc:spChg chg="add del mod">
          <ac:chgData name="Munnings, Kavaughn H" userId="68a81c7a-215e-4543-8b34-45e9e5891842" providerId="ADAL" clId="{76082632-E9B3-45CB-B03F-BDE517C8CC0E}" dt="2023-11-15T17:15:03.542" v="327" actId="478"/>
          <ac:spMkLst>
            <pc:docMk/>
            <pc:sldMk cId="2889270383" sldId="259"/>
            <ac:spMk id="6" creationId="{F7E4601B-C899-004C-85A8-DBF50E5FA38C}"/>
          </ac:spMkLst>
        </pc:spChg>
        <pc:graphicFrameChg chg="add del">
          <ac:chgData name="Munnings, Kavaughn H" userId="68a81c7a-215e-4543-8b34-45e9e5891842" providerId="ADAL" clId="{76082632-E9B3-45CB-B03F-BDE517C8CC0E}" dt="2023-11-15T17:16:17.242" v="334" actId="478"/>
          <ac:graphicFrameMkLst>
            <pc:docMk/>
            <pc:sldMk cId="2889270383" sldId="259"/>
            <ac:graphicFrameMk id="7" creationId="{B8838C57-648A-17A6-9381-353545B3A6BC}"/>
          </ac:graphicFrameMkLst>
        </pc:graphicFrameChg>
        <pc:graphicFrameChg chg="add del mod modGraphic">
          <ac:chgData name="Munnings, Kavaughn H" userId="68a81c7a-215e-4543-8b34-45e9e5891842" providerId="ADAL" clId="{76082632-E9B3-45CB-B03F-BDE517C8CC0E}" dt="2023-11-15T17:17:47.049" v="356" actId="478"/>
          <ac:graphicFrameMkLst>
            <pc:docMk/>
            <pc:sldMk cId="2889270383" sldId="259"/>
            <ac:graphicFrameMk id="8" creationId="{30A57D34-D2EF-0505-BDBB-D849B5BEB10E}"/>
          </ac:graphicFrameMkLst>
        </pc:graphicFrameChg>
        <pc:graphicFrameChg chg="add del mod modGraphic">
          <ac:chgData name="Munnings, Kavaughn H" userId="68a81c7a-215e-4543-8b34-45e9e5891842" providerId="ADAL" clId="{76082632-E9B3-45CB-B03F-BDE517C8CC0E}" dt="2023-11-15T17:18:36.122" v="366" actId="478"/>
          <ac:graphicFrameMkLst>
            <pc:docMk/>
            <pc:sldMk cId="2889270383" sldId="259"/>
            <ac:graphicFrameMk id="9" creationId="{06893B31-5D46-792C-8118-823614CB9E7C}"/>
          </ac:graphicFrameMkLst>
        </pc:graphicFrameChg>
        <pc:graphicFrameChg chg="add mod modGraphic">
          <ac:chgData name="Munnings, Kavaughn H" userId="68a81c7a-215e-4543-8b34-45e9e5891842" providerId="ADAL" clId="{76082632-E9B3-45CB-B03F-BDE517C8CC0E}" dt="2023-11-22T14:58:01.248" v="1296" actId="20577"/>
          <ac:graphicFrameMkLst>
            <pc:docMk/>
            <pc:sldMk cId="2889270383" sldId="259"/>
            <ac:graphicFrameMk id="10" creationId="{F55E25DC-07AB-E4A7-DFDD-88830C89A2EA}"/>
          </ac:graphicFrameMkLst>
        </pc:graphicFrameChg>
        <pc:picChg chg="del">
          <ac:chgData name="Munnings, Kavaughn H" userId="68a81c7a-215e-4543-8b34-45e9e5891842" providerId="ADAL" clId="{76082632-E9B3-45CB-B03F-BDE517C8CC0E}" dt="2023-11-15T17:14:59.615" v="326" actId="478"/>
          <ac:picMkLst>
            <pc:docMk/>
            <pc:sldMk cId="2889270383" sldId="259"/>
            <ac:picMk id="3" creationId="{5D8BD755-6397-8136-B100-7008FCC12C9C}"/>
          </ac:picMkLst>
        </pc:picChg>
      </pc:sldChg>
      <pc:sldChg chg="addSp modSp mod">
        <pc:chgData name="Munnings, Kavaughn H" userId="68a81c7a-215e-4543-8b34-45e9e5891842" providerId="ADAL" clId="{76082632-E9B3-45CB-B03F-BDE517C8CC0E}" dt="2023-11-15T17:37:56.455" v="961" actId="1076"/>
        <pc:sldMkLst>
          <pc:docMk/>
          <pc:sldMk cId="509801224" sldId="263"/>
        </pc:sldMkLst>
        <pc:spChg chg="add mod">
          <ac:chgData name="Munnings, Kavaughn H" userId="68a81c7a-215e-4543-8b34-45e9e5891842" providerId="ADAL" clId="{76082632-E9B3-45CB-B03F-BDE517C8CC0E}" dt="2023-11-15T17:37:37.397" v="960" actId="404"/>
          <ac:spMkLst>
            <pc:docMk/>
            <pc:sldMk cId="509801224" sldId="263"/>
            <ac:spMk id="3" creationId="{D0E969FE-EF5A-93CB-7BE2-92BB7D261CB4}"/>
          </ac:spMkLst>
        </pc:spChg>
        <pc:picChg chg="mod">
          <ac:chgData name="Munnings, Kavaughn H" userId="68a81c7a-215e-4543-8b34-45e9e5891842" providerId="ADAL" clId="{76082632-E9B3-45CB-B03F-BDE517C8CC0E}" dt="2023-11-15T17:37:56.455" v="961" actId="1076"/>
          <ac:picMkLst>
            <pc:docMk/>
            <pc:sldMk cId="509801224" sldId="263"/>
            <ac:picMk id="4" creationId="{01BA1227-E47E-8F99-FF3D-75911FA0E1CC}"/>
          </ac:picMkLst>
        </pc:picChg>
      </pc:sldChg>
      <pc:sldChg chg="addSp delSp modSp mod">
        <pc:chgData name="Munnings, Kavaughn H" userId="68a81c7a-215e-4543-8b34-45e9e5891842" providerId="ADAL" clId="{76082632-E9B3-45CB-B03F-BDE517C8CC0E}" dt="2023-11-15T17:44:33.773" v="1199" actId="20577"/>
        <pc:sldMkLst>
          <pc:docMk/>
          <pc:sldMk cId="595773275" sldId="273"/>
        </pc:sldMkLst>
        <pc:spChg chg="add del mod">
          <ac:chgData name="Munnings, Kavaughn H" userId="68a81c7a-215e-4543-8b34-45e9e5891842" providerId="ADAL" clId="{76082632-E9B3-45CB-B03F-BDE517C8CC0E}" dt="2023-11-15T17:38:16.299" v="965"/>
          <ac:spMkLst>
            <pc:docMk/>
            <pc:sldMk cId="595773275" sldId="273"/>
            <ac:spMk id="3" creationId="{959B8726-4C1B-CE6F-288A-F228B7592C81}"/>
          </ac:spMkLst>
        </pc:spChg>
        <pc:spChg chg="add mod">
          <ac:chgData name="Munnings, Kavaughn H" userId="68a81c7a-215e-4543-8b34-45e9e5891842" providerId="ADAL" clId="{76082632-E9B3-45CB-B03F-BDE517C8CC0E}" dt="2023-11-15T17:44:33.773" v="1199" actId="20577"/>
          <ac:spMkLst>
            <pc:docMk/>
            <pc:sldMk cId="595773275" sldId="273"/>
            <ac:spMk id="5" creationId="{B668933F-3CD8-931A-B388-6C3D168D961D}"/>
          </ac:spMkLst>
        </pc:spChg>
        <pc:picChg chg="mod">
          <ac:chgData name="Munnings, Kavaughn H" userId="68a81c7a-215e-4543-8b34-45e9e5891842" providerId="ADAL" clId="{76082632-E9B3-45CB-B03F-BDE517C8CC0E}" dt="2023-11-15T17:38:08" v="962" actId="1076"/>
          <ac:picMkLst>
            <pc:docMk/>
            <pc:sldMk cId="595773275" sldId="273"/>
            <ac:picMk id="4" creationId="{B5A2A196-8ACF-8713-91F0-8BD7A83A43B1}"/>
          </ac:picMkLst>
        </pc:picChg>
      </pc:sldChg>
      <pc:sldChg chg="addSp delSp modSp mod">
        <pc:chgData name="Munnings, Kavaughn H" userId="68a81c7a-215e-4543-8b34-45e9e5891842" providerId="ADAL" clId="{76082632-E9B3-45CB-B03F-BDE517C8CC0E}" dt="2023-11-15T17:49:25.566" v="1264" actId="1076"/>
        <pc:sldMkLst>
          <pc:docMk/>
          <pc:sldMk cId="2380548685" sldId="274"/>
        </pc:sldMkLst>
        <pc:spChg chg="del mod">
          <ac:chgData name="Munnings, Kavaughn H" userId="68a81c7a-215e-4543-8b34-45e9e5891842" providerId="ADAL" clId="{76082632-E9B3-45CB-B03F-BDE517C8CC0E}" dt="2023-11-15T17:42:28.257" v="1144" actId="478"/>
          <ac:spMkLst>
            <pc:docMk/>
            <pc:sldMk cId="2380548685" sldId="274"/>
            <ac:spMk id="3" creationId="{FED16075-E1EA-EF83-C0F6-762AD2FA68FC}"/>
          </ac:spMkLst>
        </pc:spChg>
        <pc:spChg chg="add del mod">
          <ac:chgData name="Munnings, Kavaughn H" userId="68a81c7a-215e-4543-8b34-45e9e5891842" providerId="ADAL" clId="{76082632-E9B3-45CB-B03F-BDE517C8CC0E}" dt="2023-11-15T17:42:40.729" v="1149"/>
          <ac:spMkLst>
            <pc:docMk/>
            <pc:sldMk cId="2380548685" sldId="274"/>
            <ac:spMk id="4" creationId="{A4AC7447-2276-56FF-A3DF-43799FF9201A}"/>
          </ac:spMkLst>
        </pc:spChg>
        <pc:spChg chg="add mod">
          <ac:chgData name="Munnings, Kavaughn H" userId="68a81c7a-215e-4543-8b34-45e9e5891842" providerId="ADAL" clId="{76082632-E9B3-45CB-B03F-BDE517C8CC0E}" dt="2023-11-15T17:49:19.777" v="1263" actId="1076"/>
          <ac:spMkLst>
            <pc:docMk/>
            <pc:sldMk cId="2380548685" sldId="274"/>
            <ac:spMk id="5" creationId="{BD484328-7A20-7E85-9507-769FE58FD881}"/>
          </ac:spMkLst>
        </pc:spChg>
        <pc:picChg chg="add mod">
          <ac:chgData name="Munnings, Kavaughn H" userId="68a81c7a-215e-4543-8b34-45e9e5891842" providerId="ADAL" clId="{76082632-E9B3-45CB-B03F-BDE517C8CC0E}" dt="2023-11-15T17:49:25.566" v="1264" actId="1076"/>
          <ac:picMkLst>
            <pc:docMk/>
            <pc:sldMk cId="2380548685" sldId="274"/>
            <ac:picMk id="6" creationId="{4AB2B14E-F7F2-BF95-8D5B-EDE90F7E238A}"/>
          </ac:picMkLst>
        </pc:picChg>
      </pc:sldChg>
    </pc:docChg>
  </pc:docChgLst>
  <pc:docChgLst>
    <pc:chgData name="Munnings, Kavaughn H" userId="S::gv4830kk@go.minnstate.edu::68a81c7a-215e-4543-8b34-45e9e5891842" providerId="AD" clId="Web-{C1B18075-DDA5-4E3B-B7DC-069C3891A720}"/>
    <pc:docChg chg="modSld">
      <pc:chgData name="Munnings, Kavaughn H" userId="S::gv4830kk@go.minnstate.edu::68a81c7a-215e-4543-8b34-45e9e5891842" providerId="AD" clId="Web-{C1B18075-DDA5-4E3B-B7DC-069C3891A720}" dt="2023-11-16T01:08:19.808" v="561"/>
      <pc:docMkLst>
        <pc:docMk/>
      </pc:docMkLst>
      <pc:sldChg chg="modSp">
        <pc:chgData name="Munnings, Kavaughn H" userId="S::gv4830kk@go.minnstate.edu::68a81c7a-215e-4543-8b34-45e9e5891842" providerId="AD" clId="Web-{C1B18075-DDA5-4E3B-B7DC-069C3891A720}" dt="2023-11-16T01:07:38.683" v="559" actId="20577"/>
        <pc:sldMkLst>
          <pc:docMk/>
          <pc:sldMk cId="3150354666" sldId="257"/>
        </pc:sldMkLst>
        <pc:spChg chg="mod">
          <ac:chgData name="Munnings, Kavaughn H" userId="S::gv4830kk@go.minnstate.edu::68a81c7a-215e-4543-8b34-45e9e5891842" providerId="AD" clId="Web-{C1B18075-DDA5-4E3B-B7DC-069C3891A720}" dt="2023-11-16T01:07:38.683" v="559" actId="20577"/>
          <ac:spMkLst>
            <pc:docMk/>
            <pc:sldMk cId="3150354666" sldId="257"/>
            <ac:spMk id="3" creationId="{3538B89A-BE41-55BA-9006-AA40AFAE00D0}"/>
          </ac:spMkLst>
        </pc:spChg>
      </pc:sldChg>
      <pc:sldChg chg="modSp">
        <pc:chgData name="Munnings, Kavaughn H" userId="S::gv4830kk@go.minnstate.edu::68a81c7a-215e-4543-8b34-45e9e5891842" providerId="AD" clId="Web-{C1B18075-DDA5-4E3B-B7DC-069C3891A720}" dt="2023-11-16T01:01:51.300" v="456" actId="20577"/>
        <pc:sldMkLst>
          <pc:docMk/>
          <pc:sldMk cId="3960386166" sldId="258"/>
        </pc:sldMkLst>
        <pc:spChg chg="mod">
          <ac:chgData name="Munnings, Kavaughn H" userId="S::gv4830kk@go.minnstate.edu::68a81c7a-215e-4543-8b34-45e9e5891842" providerId="AD" clId="Web-{C1B18075-DDA5-4E3B-B7DC-069C3891A720}" dt="2023-11-16T01:01:51.300" v="456" actId="20577"/>
          <ac:spMkLst>
            <pc:docMk/>
            <pc:sldMk cId="3960386166" sldId="258"/>
            <ac:spMk id="3" creationId="{26A9EA97-E2E9-A29B-112F-C4FCEC3867FC}"/>
          </ac:spMkLst>
        </pc:spChg>
      </pc:sldChg>
      <pc:sldChg chg="modSp">
        <pc:chgData name="Munnings, Kavaughn H" userId="S::gv4830kk@go.minnstate.edu::68a81c7a-215e-4543-8b34-45e9e5891842" providerId="AD" clId="Web-{C1B18075-DDA5-4E3B-B7DC-069C3891A720}" dt="2023-11-16T01:05:41.617" v="538"/>
        <pc:sldMkLst>
          <pc:docMk/>
          <pc:sldMk cId="2889270383" sldId="259"/>
        </pc:sldMkLst>
        <pc:spChg chg="mod">
          <ac:chgData name="Munnings, Kavaughn H" userId="S::gv4830kk@go.minnstate.edu::68a81c7a-215e-4543-8b34-45e9e5891842" providerId="AD" clId="Web-{C1B18075-DDA5-4E3B-B7DC-069C3891A720}" dt="2023-11-16T00:19:14.819" v="0" actId="14100"/>
          <ac:spMkLst>
            <pc:docMk/>
            <pc:sldMk cId="2889270383" sldId="259"/>
            <ac:spMk id="4" creationId="{1E242274-165A-16E7-7DA7-81AF5F350271}"/>
          </ac:spMkLst>
        </pc:spChg>
        <pc:graphicFrameChg chg="mod modGraphic">
          <ac:chgData name="Munnings, Kavaughn H" userId="S::gv4830kk@go.minnstate.edu::68a81c7a-215e-4543-8b34-45e9e5891842" providerId="AD" clId="Web-{C1B18075-DDA5-4E3B-B7DC-069C3891A720}" dt="2023-11-16T01:05:41.617" v="538"/>
          <ac:graphicFrameMkLst>
            <pc:docMk/>
            <pc:sldMk cId="2889270383" sldId="259"/>
            <ac:graphicFrameMk id="10" creationId="{F55E25DC-07AB-E4A7-DFDD-88830C89A2EA}"/>
          </ac:graphicFrameMkLst>
        </pc:graphicFrameChg>
      </pc:sldChg>
      <pc:sldChg chg="addSp modSp">
        <pc:chgData name="Munnings, Kavaughn H" userId="S::gv4830kk@go.minnstate.edu::68a81c7a-215e-4543-8b34-45e9e5891842" providerId="AD" clId="Web-{C1B18075-DDA5-4E3B-B7DC-069C3891A720}" dt="2023-11-16T01:05:50.696" v="539" actId="20577"/>
        <pc:sldMkLst>
          <pc:docMk/>
          <pc:sldMk cId="3903181308" sldId="260"/>
        </pc:sldMkLst>
        <pc:spChg chg="add mod">
          <ac:chgData name="Munnings, Kavaughn H" userId="S::gv4830kk@go.minnstate.edu::68a81c7a-215e-4543-8b34-45e9e5891842" providerId="AD" clId="Web-{C1B18075-DDA5-4E3B-B7DC-069C3891A720}" dt="2023-11-16T01:05:50.696" v="539" actId="20577"/>
          <ac:spMkLst>
            <pc:docMk/>
            <pc:sldMk cId="3903181308" sldId="260"/>
            <ac:spMk id="4" creationId="{69A39019-503A-0384-8CDB-3A8E671343CE}"/>
          </ac:spMkLst>
        </pc:spChg>
      </pc:sldChg>
      <pc:sldChg chg="addSp modSp">
        <pc:chgData name="Munnings, Kavaughn H" userId="S::gv4830kk@go.minnstate.edu::68a81c7a-215e-4543-8b34-45e9e5891842" providerId="AD" clId="Web-{C1B18075-DDA5-4E3B-B7DC-069C3891A720}" dt="2023-11-16T01:06:01.259" v="541" actId="20577"/>
        <pc:sldMkLst>
          <pc:docMk/>
          <pc:sldMk cId="509801224" sldId="263"/>
        </pc:sldMkLst>
        <pc:spChg chg="add mod">
          <ac:chgData name="Munnings, Kavaughn H" userId="S::gv4830kk@go.minnstate.edu::68a81c7a-215e-4543-8b34-45e9e5891842" providerId="AD" clId="Web-{C1B18075-DDA5-4E3B-B7DC-069C3891A720}" dt="2023-11-16T01:06:01.259" v="541" actId="20577"/>
          <ac:spMkLst>
            <pc:docMk/>
            <pc:sldMk cId="509801224" sldId="263"/>
            <ac:spMk id="5" creationId="{E809DFC4-AD35-3B71-D897-06E3A7F67DA1}"/>
          </ac:spMkLst>
        </pc:spChg>
        <pc:picChg chg="mod">
          <ac:chgData name="Munnings, Kavaughn H" userId="S::gv4830kk@go.minnstate.edu::68a81c7a-215e-4543-8b34-45e9e5891842" providerId="AD" clId="Web-{C1B18075-DDA5-4E3B-B7DC-069C3891A720}" dt="2023-11-16T00:53:13.523" v="268" actId="1076"/>
          <ac:picMkLst>
            <pc:docMk/>
            <pc:sldMk cId="509801224" sldId="263"/>
            <ac:picMk id="4" creationId="{01BA1227-E47E-8F99-FF3D-75911FA0E1CC}"/>
          </ac:picMkLst>
        </pc:picChg>
      </pc:sldChg>
      <pc:sldChg chg="modSp">
        <pc:chgData name="Munnings, Kavaughn H" userId="S::gv4830kk@go.minnstate.edu::68a81c7a-215e-4543-8b34-45e9e5891842" providerId="AD" clId="Web-{C1B18075-DDA5-4E3B-B7DC-069C3891A720}" dt="2023-11-16T00:44:03.182" v="6" actId="1076"/>
        <pc:sldMkLst>
          <pc:docMk/>
          <pc:sldMk cId="2893018387" sldId="268"/>
        </pc:sldMkLst>
        <pc:picChg chg="mod">
          <ac:chgData name="Munnings, Kavaughn H" userId="S::gv4830kk@go.minnstate.edu::68a81c7a-215e-4543-8b34-45e9e5891842" providerId="AD" clId="Web-{C1B18075-DDA5-4E3B-B7DC-069C3891A720}" dt="2023-11-16T00:44:03.182" v="6" actId="1076"/>
          <ac:picMkLst>
            <pc:docMk/>
            <pc:sldMk cId="2893018387" sldId="268"/>
            <ac:picMk id="3" creationId="{66988EB1-D6A0-32C0-8DAB-3244060E5EF1}"/>
          </ac:picMkLst>
        </pc:picChg>
      </pc:sldChg>
      <pc:sldChg chg="modSp">
        <pc:chgData name="Munnings, Kavaughn H" userId="S::gv4830kk@go.minnstate.edu::68a81c7a-215e-4543-8b34-45e9e5891842" providerId="AD" clId="Web-{C1B18075-DDA5-4E3B-B7DC-069C3891A720}" dt="2023-11-16T01:07:28.792" v="556" actId="20577"/>
        <pc:sldMkLst>
          <pc:docMk/>
          <pc:sldMk cId="1703823200" sldId="272"/>
        </pc:sldMkLst>
        <pc:spChg chg="mod">
          <ac:chgData name="Munnings, Kavaughn H" userId="S::gv4830kk@go.minnstate.edu::68a81c7a-215e-4543-8b34-45e9e5891842" providerId="AD" clId="Web-{C1B18075-DDA5-4E3B-B7DC-069C3891A720}" dt="2023-11-16T01:07:28.792" v="556" actId="20577"/>
          <ac:spMkLst>
            <pc:docMk/>
            <pc:sldMk cId="1703823200" sldId="272"/>
            <ac:spMk id="3" creationId="{0A9DF5F6-4CCF-6672-1F72-FA83E4BE0AE2}"/>
          </ac:spMkLst>
        </pc:spChg>
      </pc:sldChg>
      <pc:sldChg chg="addSp modSp">
        <pc:chgData name="Munnings, Kavaughn H" userId="S::gv4830kk@go.minnstate.edu::68a81c7a-215e-4543-8b34-45e9e5891842" providerId="AD" clId="Web-{C1B18075-DDA5-4E3B-B7DC-069C3891A720}" dt="2023-11-16T01:06:08.306" v="542" actId="20577"/>
        <pc:sldMkLst>
          <pc:docMk/>
          <pc:sldMk cId="595773275" sldId="273"/>
        </pc:sldMkLst>
        <pc:spChg chg="add mod">
          <ac:chgData name="Munnings, Kavaughn H" userId="S::gv4830kk@go.minnstate.edu::68a81c7a-215e-4543-8b34-45e9e5891842" providerId="AD" clId="Web-{C1B18075-DDA5-4E3B-B7DC-069C3891A720}" dt="2023-11-16T01:06:08.306" v="542" actId="20577"/>
          <ac:spMkLst>
            <pc:docMk/>
            <pc:sldMk cId="595773275" sldId="273"/>
            <ac:spMk id="3" creationId="{A6C081B4-D42D-9B3B-2294-9C55D48C5B24}"/>
          </ac:spMkLst>
        </pc:spChg>
        <pc:picChg chg="mod">
          <ac:chgData name="Munnings, Kavaughn H" userId="S::gv4830kk@go.minnstate.edu::68a81c7a-215e-4543-8b34-45e9e5891842" providerId="AD" clId="Web-{C1B18075-DDA5-4E3B-B7DC-069C3891A720}" dt="2023-11-16T00:57:23.341" v="360" actId="1076"/>
          <ac:picMkLst>
            <pc:docMk/>
            <pc:sldMk cId="595773275" sldId="273"/>
            <ac:picMk id="4" creationId="{B5A2A196-8ACF-8713-91F0-8BD7A83A43B1}"/>
          </ac:picMkLst>
        </pc:picChg>
      </pc:sldChg>
      <pc:sldChg chg="modSp">
        <pc:chgData name="Munnings, Kavaughn H" userId="S::gv4830kk@go.minnstate.edu::68a81c7a-215e-4543-8b34-45e9e5891842" providerId="AD" clId="Web-{C1B18075-DDA5-4E3B-B7DC-069C3891A720}" dt="2023-11-16T01:03:02.442" v="461" actId="20577"/>
        <pc:sldMkLst>
          <pc:docMk/>
          <pc:sldMk cId="2093926836" sldId="275"/>
        </pc:sldMkLst>
        <pc:spChg chg="mod">
          <ac:chgData name="Munnings, Kavaughn H" userId="S::gv4830kk@go.minnstate.edu::68a81c7a-215e-4543-8b34-45e9e5891842" providerId="AD" clId="Web-{C1B18075-DDA5-4E3B-B7DC-069C3891A720}" dt="2023-11-16T01:03:02.442" v="461" actId="20577"/>
          <ac:spMkLst>
            <pc:docMk/>
            <pc:sldMk cId="2093926836" sldId="275"/>
            <ac:spMk id="3" creationId="{2A094474-8604-29A3-AD38-ED98F4302B12}"/>
          </ac:spMkLst>
        </pc:spChg>
        <pc:picChg chg="mod">
          <ac:chgData name="Munnings, Kavaughn H" userId="S::gv4830kk@go.minnstate.edu::68a81c7a-215e-4543-8b34-45e9e5891842" providerId="AD" clId="Web-{C1B18075-DDA5-4E3B-B7DC-069C3891A720}" dt="2023-11-16T01:02:51.020" v="460" actId="1076"/>
          <ac:picMkLst>
            <pc:docMk/>
            <pc:sldMk cId="2093926836" sldId="275"/>
            <ac:picMk id="4" creationId="{E184D3D6-265A-FE78-E806-DE7DD2F2FF73}"/>
          </ac:picMkLst>
        </pc:picChg>
      </pc:sldChg>
      <pc:sldChg chg="modSp">
        <pc:chgData name="Munnings, Kavaughn H" userId="S::gv4830kk@go.minnstate.edu::68a81c7a-215e-4543-8b34-45e9e5891842" providerId="AD" clId="Web-{C1B18075-DDA5-4E3B-B7DC-069C3891A720}" dt="2023-11-16T01:07:07.573" v="546" actId="20577"/>
        <pc:sldMkLst>
          <pc:docMk/>
          <pc:sldMk cId="4140244896" sldId="276"/>
        </pc:sldMkLst>
        <pc:spChg chg="mod">
          <ac:chgData name="Munnings, Kavaughn H" userId="S::gv4830kk@go.minnstate.edu::68a81c7a-215e-4543-8b34-45e9e5891842" providerId="AD" clId="Web-{C1B18075-DDA5-4E3B-B7DC-069C3891A720}" dt="2023-11-16T01:07:07.573" v="546" actId="20577"/>
          <ac:spMkLst>
            <pc:docMk/>
            <pc:sldMk cId="4140244896" sldId="276"/>
            <ac:spMk id="3" creationId="{CCC4D6B6-8E38-976B-0A03-5B1CED408923}"/>
          </ac:spMkLst>
        </pc:spChg>
      </pc:sldChg>
      <pc:sldChg chg="modSp">
        <pc:chgData name="Munnings, Kavaughn H" userId="S::gv4830kk@go.minnstate.edu::68a81c7a-215e-4543-8b34-45e9e5891842" providerId="AD" clId="Web-{C1B18075-DDA5-4E3B-B7DC-069C3891A720}" dt="2023-11-16T01:03:16.864" v="463" actId="20577"/>
        <pc:sldMkLst>
          <pc:docMk/>
          <pc:sldMk cId="3600432080" sldId="277"/>
        </pc:sldMkLst>
        <pc:spChg chg="mod">
          <ac:chgData name="Munnings, Kavaughn H" userId="S::gv4830kk@go.minnstate.edu::68a81c7a-215e-4543-8b34-45e9e5891842" providerId="AD" clId="Web-{C1B18075-DDA5-4E3B-B7DC-069C3891A720}" dt="2023-11-16T01:03:16.864" v="463" actId="20577"/>
          <ac:spMkLst>
            <pc:docMk/>
            <pc:sldMk cId="3600432080" sldId="277"/>
            <ac:spMk id="3" creationId="{199E3704-7A58-C37A-119A-9FB15CCB6A42}"/>
          </ac:spMkLst>
        </pc:spChg>
      </pc:sldChg>
      <pc:sldChg chg="modSp">
        <pc:chgData name="Munnings, Kavaughn H" userId="S::gv4830kk@go.minnstate.edu::68a81c7a-215e-4543-8b34-45e9e5891842" providerId="AD" clId="Web-{C1B18075-DDA5-4E3B-B7DC-069C3891A720}" dt="2023-11-16T01:03:27.021" v="464" actId="20577"/>
        <pc:sldMkLst>
          <pc:docMk/>
          <pc:sldMk cId="3137054860" sldId="278"/>
        </pc:sldMkLst>
        <pc:spChg chg="mod">
          <ac:chgData name="Munnings, Kavaughn H" userId="S::gv4830kk@go.minnstate.edu::68a81c7a-215e-4543-8b34-45e9e5891842" providerId="AD" clId="Web-{C1B18075-DDA5-4E3B-B7DC-069C3891A720}" dt="2023-11-16T01:03:27.021" v="464" actId="20577"/>
          <ac:spMkLst>
            <pc:docMk/>
            <pc:sldMk cId="3137054860" sldId="278"/>
            <ac:spMk id="3" creationId="{01AC383E-046E-34B6-716C-A5118D388C0F}"/>
          </ac:spMkLst>
        </pc:spChg>
      </pc:sldChg>
      <pc:sldChg chg="modSp">
        <pc:chgData name="Munnings, Kavaughn H" userId="S::gv4830kk@go.minnstate.edu::68a81c7a-215e-4543-8b34-45e9e5891842" providerId="AD" clId="Web-{C1B18075-DDA5-4E3B-B7DC-069C3891A720}" dt="2023-11-16T01:03:36.646" v="465" actId="20577"/>
        <pc:sldMkLst>
          <pc:docMk/>
          <pc:sldMk cId="3431002600" sldId="279"/>
        </pc:sldMkLst>
        <pc:spChg chg="mod">
          <ac:chgData name="Munnings, Kavaughn H" userId="S::gv4830kk@go.minnstate.edu::68a81c7a-215e-4543-8b34-45e9e5891842" providerId="AD" clId="Web-{C1B18075-DDA5-4E3B-B7DC-069C3891A720}" dt="2023-11-16T01:03:36.646" v="465" actId="20577"/>
          <ac:spMkLst>
            <pc:docMk/>
            <pc:sldMk cId="3431002600" sldId="279"/>
            <ac:spMk id="3" creationId="{D2C67035-7398-CA02-621D-EEFA95C210AE}"/>
          </ac:spMkLst>
        </pc:spChg>
      </pc:sldChg>
      <pc:sldChg chg="modSp">
        <pc:chgData name="Munnings, Kavaughn H" userId="S::gv4830kk@go.minnstate.edu::68a81c7a-215e-4543-8b34-45e9e5891842" providerId="AD" clId="Web-{C1B18075-DDA5-4E3B-B7DC-069C3891A720}" dt="2023-11-16T01:03:45.381" v="467" actId="20577"/>
        <pc:sldMkLst>
          <pc:docMk/>
          <pc:sldMk cId="661848445" sldId="280"/>
        </pc:sldMkLst>
        <pc:spChg chg="mod">
          <ac:chgData name="Munnings, Kavaughn H" userId="S::gv4830kk@go.minnstate.edu::68a81c7a-215e-4543-8b34-45e9e5891842" providerId="AD" clId="Web-{C1B18075-DDA5-4E3B-B7DC-069C3891A720}" dt="2023-11-16T01:03:45.381" v="467" actId="20577"/>
          <ac:spMkLst>
            <pc:docMk/>
            <pc:sldMk cId="661848445" sldId="280"/>
            <ac:spMk id="3" creationId="{339B1104-36F7-D6F4-76D0-E45B5F75583B}"/>
          </ac:spMkLst>
        </pc:spChg>
      </pc:sldChg>
      <pc:sldChg chg="modSp">
        <pc:chgData name="Munnings, Kavaughn H" userId="S::gv4830kk@go.minnstate.edu::68a81c7a-215e-4543-8b34-45e9e5891842" providerId="AD" clId="Web-{C1B18075-DDA5-4E3B-B7DC-069C3891A720}" dt="2023-11-16T01:06:47.728" v="545" actId="20577"/>
        <pc:sldMkLst>
          <pc:docMk/>
          <pc:sldMk cId="536646460" sldId="281"/>
        </pc:sldMkLst>
        <pc:spChg chg="mod">
          <ac:chgData name="Munnings, Kavaughn H" userId="S::gv4830kk@go.minnstate.edu::68a81c7a-215e-4543-8b34-45e9e5891842" providerId="AD" clId="Web-{C1B18075-DDA5-4E3B-B7DC-069C3891A720}" dt="2023-11-16T01:06:47.728" v="545" actId="20577"/>
          <ac:spMkLst>
            <pc:docMk/>
            <pc:sldMk cId="536646460" sldId="281"/>
            <ac:spMk id="3" creationId="{25C8A938-0DB9-7B75-ED3F-CDD95FD8F642}"/>
          </ac:spMkLst>
        </pc:spChg>
      </pc:sldChg>
      <pc:sldChg chg="modSp">
        <pc:chgData name="Munnings, Kavaughn H" userId="S::gv4830kk@go.minnstate.edu::68a81c7a-215e-4543-8b34-45e9e5891842" providerId="AD" clId="Web-{C1B18075-DDA5-4E3B-B7DC-069C3891A720}" dt="2023-11-16T01:04:00.365" v="469" actId="20577"/>
        <pc:sldMkLst>
          <pc:docMk/>
          <pc:sldMk cId="1055329605" sldId="282"/>
        </pc:sldMkLst>
        <pc:spChg chg="mod">
          <ac:chgData name="Munnings, Kavaughn H" userId="S::gv4830kk@go.minnstate.edu::68a81c7a-215e-4543-8b34-45e9e5891842" providerId="AD" clId="Web-{C1B18075-DDA5-4E3B-B7DC-069C3891A720}" dt="2023-11-16T00:21:29.965" v="1" actId="20577"/>
          <ac:spMkLst>
            <pc:docMk/>
            <pc:sldMk cId="1055329605" sldId="282"/>
            <ac:spMk id="2" creationId="{F8017349-99AC-CD8A-7DCD-1B54CDF4EBA8}"/>
          </ac:spMkLst>
        </pc:spChg>
        <pc:spChg chg="mod">
          <ac:chgData name="Munnings, Kavaughn H" userId="S::gv4830kk@go.minnstate.edu::68a81c7a-215e-4543-8b34-45e9e5891842" providerId="AD" clId="Web-{C1B18075-DDA5-4E3B-B7DC-069C3891A720}" dt="2023-11-16T01:04:00.365" v="469" actId="20577"/>
          <ac:spMkLst>
            <pc:docMk/>
            <pc:sldMk cId="1055329605" sldId="282"/>
            <ac:spMk id="8" creationId="{884E943C-2168-BB63-4425-F4BBF0952789}"/>
          </ac:spMkLst>
        </pc:spChg>
      </pc:sldChg>
      <pc:sldChg chg="modSp">
        <pc:chgData name="Munnings, Kavaughn H" userId="S::gv4830kk@go.minnstate.edu::68a81c7a-215e-4543-8b34-45e9e5891842" providerId="AD" clId="Web-{C1B18075-DDA5-4E3B-B7DC-069C3891A720}" dt="2023-11-16T01:06:37.431" v="544" actId="20577"/>
        <pc:sldMkLst>
          <pc:docMk/>
          <pc:sldMk cId="1065910892" sldId="283"/>
        </pc:sldMkLst>
        <pc:spChg chg="mod">
          <ac:chgData name="Munnings, Kavaughn H" userId="S::gv4830kk@go.minnstate.edu::68a81c7a-215e-4543-8b34-45e9e5891842" providerId="AD" clId="Web-{C1B18075-DDA5-4E3B-B7DC-069C3891A720}" dt="2023-11-16T01:06:37.431" v="544" actId="20577"/>
          <ac:spMkLst>
            <pc:docMk/>
            <pc:sldMk cId="1065910892" sldId="283"/>
            <ac:spMk id="8" creationId="{E82A13D6-F7B9-E013-C8D3-A3FF8A8C4262}"/>
          </ac:spMkLst>
        </pc:spChg>
      </pc:sldChg>
      <pc:sldChg chg="modSp">
        <pc:chgData name="Munnings, Kavaughn H" userId="S::gv4830kk@go.minnstate.edu::68a81c7a-215e-4543-8b34-45e9e5891842" providerId="AD" clId="Web-{C1B18075-DDA5-4E3B-B7DC-069C3891A720}" dt="2023-11-16T01:06:32.072" v="543" actId="20577"/>
        <pc:sldMkLst>
          <pc:docMk/>
          <pc:sldMk cId="2652434018" sldId="284"/>
        </pc:sldMkLst>
        <pc:spChg chg="mod">
          <ac:chgData name="Munnings, Kavaughn H" userId="S::gv4830kk@go.minnstate.edu::68a81c7a-215e-4543-8b34-45e9e5891842" providerId="AD" clId="Web-{C1B18075-DDA5-4E3B-B7DC-069C3891A720}" dt="2023-11-16T01:06:32.072" v="543" actId="20577"/>
          <ac:spMkLst>
            <pc:docMk/>
            <pc:sldMk cId="2652434018" sldId="284"/>
            <ac:spMk id="8" creationId="{6676FFEB-EE99-04A2-AB2C-D029E0FCCE45}"/>
          </ac:spMkLst>
        </pc:spChg>
      </pc:sldChg>
      <pc:sldChg chg="modSp">
        <pc:chgData name="Munnings, Kavaughn H" userId="S::gv4830kk@go.minnstate.edu::68a81c7a-215e-4543-8b34-45e9e5891842" providerId="AD" clId="Web-{C1B18075-DDA5-4E3B-B7DC-069C3891A720}" dt="2023-11-16T01:04:30.647" v="473" actId="20577"/>
        <pc:sldMkLst>
          <pc:docMk/>
          <pc:sldMk cId="864658810" sldId="285"/>
        </pc:sldMkLst>
        <pc:spChg chg="mod">
          <ac:chgData name="Munnings, Kavaughn H" userId="S::gv4830kk@go.minnstate.edu::68a81c7a-215e-4543-8b34-45e9e5891842" providerId="AD" clId="Web-{C1B18075-DDA5-4E3B-B7DC-069C3891A720}" dt="2023-11-16T01:04:30.647" v="473" actId="20577"/>
          <ac:spMkLst>
            <pc:docMk/>
            <pc:sldMk cId="864658810" sldId="285"/>
            <ac:spMk id="3" creationId="{56BF9025-3A9E-52B4-614F-F725BF920A29}"/>
          </ac:spMkLst>
        </pc:spChg>
      </pc:sldChg>
      <pc:sldChg chg="modSp">
        <pc:chgData name="Munnings, Kavaughn H" userId="S::gv4830kk@go.minnstate.edu::68a81c7a-215e-4543-8b34-45e9e5891842" providerId="AD" clId="Web-{C1B18075-DDA5-4E3B-B7DC-069C3891A720}" dt="2023-11-16T01:04:41.413" v="475" actId="20577"/>
        <pc:sldMkLst>
          <pc:docMk/>
          <pc:sldMk cId="1097579407" sldId="286"/>
        </pc:sldMkLst>
        <pc:spChg chg="mod">
          <ac:chgData name="Munnings, Kavaughn H" userId="S::gv4830kk@go.minnstate.edu::68a81c7a-215e-4543-8b34-45e9e5891842" providerId="AD" clId="Web-{C1B18075-DDA5-4E3B-B7DC-069C3891A720}" dt="2023-11-16T01:04:41.413" v="475" actId="20577"/>
          <ac:spMkLst>
            <pc:docMk/>
            <pc:sldMk cId="1097579407" sldId="286"/>
            <ac:spMk id="3" creationId="{A3402ADA-7C99-9FC2-C4E6-BFCF6787B51E}"/>
          </ac:spMkLst>
        </pc:spChg>
      </pc:sldChg>
      <pc:sldChg chg="modSp">
        <pc:chgData name="Munnings, Kavaughn H" userId="S::gv4830kk@go.minnstate.edu::68a81c7a-215e-4543-8b34-45e9e5891842" providerId="AD" clId="Web-{C1B18075-DDA5-4E3B-B7DC-069C3891A720}" dt="2023-11-16T01:04:48.179" v="477" actId="20577"/>
        <pc:sldMkLst>
          <pc:docMk/>
          <pc:sldMk cId="611758723" sldId="287"/>
        </pc:sldMkLst>
        <pc:spChg chg="mod">
          <ac:chgData name="Munnings, Kavaughn H" userId="S::gv4830kk@go.minnstate.edu::68a81c7a-215e-4543-8b34-45e9e5891842" providerId="AD" clId="Web-{C1B18075-DDA5-4E3B-B7DC-069C3891A720}" dt="2023-11-16T01:04:48.179" v="477" actId="20577"/>
          <ac:spMkLst>
            <pc:docMk/>
            <pc:sldMk cId="611758723" sldId="287"/>
            <ac:spMk id="4" creationId="{203678E5-D974-13E1-8D17-A21406E9F5B6}"/>
          </ac:spMkLst>
        </pc:spChg>
      </pc:sldChg>
      <pc:sldChg chg="modSp">
        <pc:chgData name="Munnings, Kavaughn H" userId="S::gv4830kk@go.minnstate.edu::68a81c7a-215e-4543-8b34-45e9e5891842" providerId="AD" clId="Web-{C1B18075-DDA5-4E3B-B7DC-069C3891A720}" dt="2023-11-16T01:04:56.616" v="479" actId="20577"/>
        <pc:sldMkLst>
          <pc:docMk/>
          <pc:sldMk cId="237598776" sldId="288"/>
        </pc:sldMkLst>
        <pc:spChg chg="mod">
          <ac:chgData name="Munnings, Kavaughn H" userId="S::gv4830kk@go.minnstate.edu::68a81c7a-215e-4543-8b34-45e9e5891842" providerId="AD" clId="Web-{C1B18075-DDA5-4E3B-B7DC-069C3891A720}" dt="2023-11-16T01:04:56.616" v="479" actId="20577"/>
          <ac:spMkLst>
            <pc:docMk/>
            <pc:sldMk cId="237598776" sldId="288"/>
            <ac:spMk id="3" creationId="{1FC37ED2-72A4-427F-0B20-4758D4318742}"/>
          </ac:spMkLst>
        </pc:spChg>
      </pc:sldChg>
      <pc:sldChg chg="modSp">
        <pc:chgData name="Munnings, Kavaughn H" userId="S::gv4830kk@go.minnstate.edu::68a81c7a-215e-4543-8b34-45e9e5891842" providerId="AD" clId="Web-{C1B18075-DDA5-4E3B-B7DC-069C3891A720}" dt="2023-11-16T01:05:12.242" v="484" actId="20577"/>
        <pc:sldMkLst>
          <pc:docMk/>
          <pc:sldMk cId="2038514997" sldId="289"/>
        </pc:sldMkLst>
        <pc:spChg chg="mod">
          <ac:chgData name="Munnings, Kavaughn H" userId="S::gv4830kk@go.minnstate.edu::68a81c7a-215e-4543-8b34-45e9e5891842" providerId="AD" clId="Web-{C1B18075-DDA5-4E3B-B7DC-069C3891A720}" dt="2023-11-16T01:05:12.242" v="484" actId="20577"/>
          <ac:spMkLst>
            <pc:docMk/>
            <pc:sldMk cId="2038514997" sldId="289"/>
            <ac:spMk id="5" creationId="{A40DC2EA-B26C-922D-6E3D-43BEAE19C9E8}"/>
          </ac:spMkLst>
        </pc:spChg>
      </pc:sldChg>
      <pc:sldChg chg="delSp modSp">
        <pc:chgData name="Munnings, Kavaughn H" userId="S::gv4830kk@go.minnstate.edu::68a81c7a-215e-4543-8b34-45e9e5891842" providerId="AD" clId="Web-{C1B18075-DDA5-4E3B-B7DC-069C3891A720}" dt="2023-11-16T01:08:19.808" v="561"/>
        <pc:sldMkLst>
          <pc:docMk/>
          <pc:sldMk cId="2941200221" sldId="290"/>
        </pc:sldMkLst>
        <pc:spChg chg="del mod">
          <ac:chgData name="Munnings, Kavaughn H" userId="S::gv4830kk@go.minnstate.edu::68a81c7a-215e-4543-8b34-45e9e5891842" providerId="AD" clId="Web-{C1B18075-DDA5-4E3B-B7DC-069C3891A720}" dt="2023-11-16T01:08:19.808" v="561"/>
          <ac:spMkLst>
            <pc:docMk/>
            <pc:sldMk cId="2941200221" sldId="290"/>
            <ac:spMk id="3" creationId="{51AC3959-2276-F27F-C59E-2B8628B5EB3A}"/>
          </ac:spMkLst>
        </pc:spChg>
        <pc:picChg chg="mod">
          <ac:chgData name="Munnings, Kavaughn H" userId="S::gv4830kk@go.minnstate.edu::68a81c7a-215e-4543-8b34-45e9e5891842" providerId="AD" clId="Web-{C1B18075-DDA5-4E3B-B7DC-069C3891A720}" dt="2023-11-16T00:45:38.356" v="7" actId="1076"/>
          <ac:picMkLst>
            <pc:docMk/>
            <pc:sldMk cId="2941200221" sldId="290"/>
            <ac:picMk id="4" creationId="{B028D009-B08B-919C-0692-3B0B678995B0}"/>
          </ac:picMkLst>
        </pc:picChg>
      </pc:sldChg>
    </pc:docChg>
  </pc:docChgLst>
  <pc:docChgLst>
    <pc:chgData name="Mueller, Christopher J" userId="S::gu5423zh@go.minnstate.edu::a1cbad94-15c5-43ec-80dc-0886533afca6" providerId="AD" clId="Web-{735C0BBC-E9BC-7C39-1974-6928A4C87EF3}"/>
    <pc:docChg chg="modSld">
      <pc:chgData name="Mueller, Christopher J" userId="S::gu5423zh@go.minnstate.edu::a1cbad94-15c5-43ec-80dc-0886533afca6" providerId="AD" clId="Web-{735C0BBC-E9BC-7C39-1974-6928A4C87EF3}" dt="2023-11-27T15:31:06.466" v="2" actId="20577"/>
      <pc:docMkLst>
        <pc:docMk/>
      </pc:docMkLst>
      <pc:sldChg chg="modSp">
        <pc:chgData name="Mueller, Christopher J" userId="S::gu5423zh@go.minnstate.edu::a1cbad94-15c5-43ec-80dc-0886533afca6" providerId="AD" clId="Web-{735C0BBC-E9BC-7C39-1974-6928A4C87EF3}" dt="2023-11-27T15:31:06.466" v="2" actId="20577"/>
        <pc:sldMkLst>
          <pc:docMk/>
          <pc:sldMk cId="2093926836" sldId="275"/>
        </pc:sldMkLst>
        <pc:spChg chg="mod">
          <ac:chgData name="Mueller, Christopher J" userId="S::gu5423zh@go.minnstate.edu::a1cbad94-15c5-43ec-80dc-0886533afca6" providerId="AD" clId="Web-{735C0BBC-E9BC-7C39-1974-6928A4C87EF3}" dt="2023-11-27T15:31:06.466" v="2" actId="20577"/>
          <ac:spMkLst>
            <pc:docMk/>
            <pc:sldMk cId="2093926836" sldId="275"/>
            <ac:spMk id="3" creationId="{2A094474-8604-29A3-AD38-ED98F4302B12}"/>
          </ac:spMkLst>
        </pc:spChg>
      </pc:sldChg>
    </pc:docChg>
  </pc:docChgLst>
  <pc:docChgLst>
    <pc:chgData name="Mueller, Christopher J" userId="S::gu5423zh@go.minnstate.edu::a1cbad94-15c5-43ec-80dc-0886533afca6" providerId="AD" clId="Web-{69026654-0ADC-4FD9-8D01-549DA94C8C9C}"/>
    <pc:docChg chg="modSld">
      <pc:chgData name="Mueller, Christopher J" userId="S::gu5423zh@go.minnstate.edu::a1cbad94-15c5-43ec-80dc-0886533afca6" providerId="AD" clId="Web-{69026654-0ADC-4FD9-8D01-549DA94C8C9C}" dt="2023-11-28T14:52:05.483" v="1" actId="20577"/>
      <pc:docMkLst>
        <pc:docMk/>
      </pc:docMkLst>
      <pc:sldChg chg="modSp">
        <pc:chgData name="Mueller, Christopher J" userId="S::gu5423zh@go.minnstate.edu::a1cbad94-15c5-43ec-80dc-0886533afca6" providerId="AD" clId="Web-{69026654-0ADC-4FD9-8D01-549DA94C8C9C}" dt="2023-11-28T14:52:05.483" v="1" actId="20577"/>
        <pc:sldMkLst>
          <pc:docMk/>
          <pc:sldMk cId="109857222" sldId="256"/>
        </pc:sldMkLst>
        <pc:spChg chg="mod">
          <ac:chgData name="Mueller, Christopher J" userId="S::gu5423zh@go.minnstate.edu::a1cbad94-15c5-43ec-80dc-0886533afca6" providerId="AD" clId="Web-{69026654-0ADC-4FD9-8D01-549DA94C8C9C}" dt="2023-11-28T14:52:05.483" v="1" actId="20577"/>
          <ac:spMkLst>
            <pc:docMk/>
            <pc:sldMk cId="109857222" sldId="256"/>
            <ac:spMk id="3" creationId="{00000000-0000-0000-0000-000000000000}"/>
          </ac:spMkLst>
        </pc:spChg>
      </pc:sldChg>
    </pc:docChg>
  </pc:docChgLst>
  <pc:docChgLst>
    <pc:chgData name="Ojullu, Glory L" userId="S::cd8457ax@go.minnstate.edu::cfbd8ff1-c490-4ff0-a649-7540fea5d008" providerId="AD" clId="Web-{61874F2D-3FBE-0F84-6468-2154E7EEFE04}"/>
    <pc:docChg chg="modSld">
      <pc:chgData name="Ojullu, Glory L" userId="S::cd8457ax@go.minnstate.edu::cfbd8ff1-c490-4ff0-a649-7540fea5d008" providerId="AD" clId="Web-{61874F2D-3FBE-0F84-6468-2154E7EEFE04}" dt="2023-11-26T20:58:06.736" v="49" actId="20577"/>
      <pc:docMkLst>
        <pc:docMk/>
      </pc:docMkLst>
      <pc:sldChg chg="modSp">
        <pc:chgData name="Ojullu, Glory L" userId="S::cd8457ax@go.minnstate.edu::cfbd8ff1-c490-4ff0-a649-7540fea5d008" providerId="AD" clId="Web-{61874F2D-3FBE-0F84-6468-2154E7EEFE04}" dt="2023-11-26T20:31:49.349" v="7" actId="20577"/>
        <pc:sldMkLst>
          <pc:docMk/>
          <pc:sldMk cId="2889270383" sldId="259"/>
        </pc:sldMkLst>
        <pc:spChg chg="mod">
          <ac:chgData name="Ojullu, Glory L" userId="S::cd8457ax@go.minnstate.edu::cfbd8ff1-c490-4ff0-a649-7540fea5d008" providerId="AD" clId="Web-{61874F2D-3FBE-0F84-6468-2154E7EEFE04}" dt="2023-11-26T20:31:49.349" v="7" actId="20577"/>
          <ac:spMkLst>
            <pc:docMk/>
            <pc:sldMk cId="2889270383" sldId="259"/>
            <ac:spMk id="2" creationId="{3565721A-0E0E-9EF7-05CD-9408FA459FF0}"/>
          </ac:spMkLst>
        </pc:spChg>
      </pc:sldChg>
      <pc:sldChg chg="modSp">
        <pc:chgData name="Ojullu, Glory L" userId="S::cd8457ax@go.minnstate.edu::cfbd8ff1-c490-4ff0-a649-7540fea5d008" providerId="AD" clId="Web-{61874F2D-3FBE-0F84-6468-2154E7EEFE04}" dt="2023-11-26T20:58:06.736" v="49" actId="20577"/>
        <pc:sldMkLst>
          <pc:docMk/>
          <pc:sldMk cId="511329707" sldId="265"/>
        </pc:sldMkLst>
        <pc:spChg chg="mod">
          <ac:chgData name="Ojullu, Glory L" userId="S::cd8457ax@go.minnstate.edu::cfbd8ff1-c490-4ff0-a649-7540fea5d008" providerId="AD" clId="Web-{61874F2D-3FBE-0F84-6468-2154E7EEFE04}" dt="2023-11-26T20:43:12.174" v="38" actId="20577"/>
          <ac:spMkLst>
            <pc:docMk/>
            <pc:sldMk cId="511329707" sldId="265"/>
            <ac:spMk id="2" creationId="{45917470-2B4D-71D9-044F-E46648D89C23}"/>
          </ac:spMkLst>
        </pc:spChg>
        <pc:spChg chg="mod">
          <ac:chgData name="Ojullu, Glory L" userId="S::cd8457ax@go.minnstate.edu::cfbd8ff1-c490-4ff0-a649-7540fea5d008" providerId="AD" clId="Web-{61874F2D-3FBE-0F84-6468-2154E7EEFE04}" dt="2023-11-26T20:58:06.736" v="49" actId="20577"/>
          <ac:spMkLst>
            <pc:docMk/>
            <pc:sldMk cId="511329707" sldId="265"/>
            <ac:spMk id="5" creationId="{4EDB2806-A27E-F0C1-DA90-CE4FD664E154}"/>
          </ac:spMkLst>
        </pc:spChg>
        <pc:picChg chg="mod">
          <ac:chgData name="Ojullu, Glory L" userId="S::cd8457ax@go.minnstate.edu::cfbd8ff1-c490-4ff0-a649-7540fea5d008" providerId="AD" clId="Web-{61874F2D-3FBE-0F84-6468-2154E7EEFE04}" dt="2023-11-26T20:43:46.598" v="45" actId="1076"/>
          <ac:picMkLst>
            <pc:docMk/>
            <pc:sldMk cId="511329707" sldId="265"/>
            <ac:picMk id="4" creationId="{2C4B077C-BC0E-BAEF-07C3-2F1AA550B932}"/>
          </ac:picMkLst>
        </pc:picChg>
        <pc:picChg chg="mod">
          <ac:chgData name="Ojullu, Glory L" userId="S::cd8457ax@go.minnstate.edu::cfbd8ff1-c490-4ff0-a649-7540fea5d008" providerId="AD" clId="Web-{61874F2D-3FBE-0F84-6468-2154E7EEFE04}" dt="2023-11-26T20:43:40.676" v="43" actId="1076"/>
          <ac:picMkLst>
            <pc:docMk/>
            <pc:sldMk cId="511329707" sldId="265"/>
            <ac:picMk id="6" creationId="{55053FBE-D07C-D982-14AD-7C4A242AFCC5}"/>
          </ac:picMkLst>
        </pc:picChg>
      </pc:sldChg>
      <pc:sldChg chg="modSp">
        <pc:chgData name="Ojullu, Glory L" userId="S::cd8457ax@go.minnstate.edu::cfbd8ff1-c490-4ff0-a649-7540fea5d008" providerId="AD" clId="Web-{61874F2D-3FBE-0F84-6468-2154E7EEFE04}" dt="2023-11-26T19:32:26.669" v="0" actId="20577"/>
        <pc:sldMkLst>
          <pc:docMk/>
          <pc:sldMk cId="1703823200" sldId="272"/>
        </pc:sldMkLst>
        <pc:spChg chg="mod">
          <ac:chgData name="Ojullu, Glory L" userId="S::cd8457ax@go.minnstate.edu::cfbd8ff1-c490-4ff0-a649-7540fea5d008" providerId="AD" clId="Web-{61874F2D-3FBE-0F84-6468-2154E7EEFE04}" dt="2023-11-26T19:32:26.669" v="0" actId="20577"/>
          <ac:spMkLst>
            <pc:docMk/>
            <pc:sldMk cId="1703823200" sldId="272"/>
            <ac:spMk id="2" creationId="{CA1EC5C4-F614-ED61-5F2D-F94151DBBD07}"/>
          </ac:spMkLst>
        </pc:spChg>
      </pc:sldChg>
      <pc:sldChg chg="modSp">
        <pc:chgData name="Ojullu, Glory L" userId="S::cd8457ax@go.minnstate.edu::cfbd8ff1-c490-4ff0-a649-7540fea5d008" providerId="AD" clId="Web-{61874F2D-3FBE-0F84-6468-2154E7EEFE04}" dt="2023-11-26T19:35:08.766" v="2" actId="20577"/>
        <pc:sldMkLst>
          <pc:docMk/>
          <pc:sldMk cId="3137054860" sldId="278"/>
        </pc:sldMkLst>
        <pc:spChg chg="mod">
          <ac:chgData name="Ojullu, Glory L" userId="S::cd8457ax@go.minnstate.edu::cfbd8ff1-c490-4ff0-a649-7540fea5d008" providerId="AD" clId="Web-{61874F2D-3FBE-0F84-6468-2154E7EEFE04}" dt="2023-11-26T19:35:08.766" v="2" actId="20577"/>
          <ac:spMkLst>
            <pc:docMk/>
            <pc:sldMk cId="3137054860" sldId="278"/>
            <ac:spMk id="2" creationId="{B01D6213-B3C4-E94E-D81A-920EA082E669}"/>
          </ac:spMkLst>
        </pc:spChg>
      </pc:sldChg>
      <pc:sldChg chg="modSp">
        <pc:chgData name="Ojullu, Glory L" userId="S::cd8457ax@go.minnstate.edu::cfbd8ff1-c490-4ff0-a649-7540fea5d008" providerId="AD" clId="Web-{61874F2D-3FBE-0F84-6468-2154E7EEFE04}" dt="2023-11-26T20:24:05.227" v="3" actId="20577"/>
        <pc:sldMkLst>
          <pc:docMk/>
          <pc:sldMk cId="1055329605" sldId="282"/>
        </pc:sldMkLst>
        <pc:spChg chg="mod">
          <ac:chgData name="Ojullu, Glory L" userId="S::cd8457ax@go.minnstate.edu::cfbd8ff1-c490-4ff0-a649-7540fea5d008" providerId="AD" clId="Web-{61874F2D-3FBE-0F84-6468-2154E7EEFE04}" dt="2023-11-26T20:24:05.227" v="3" actId="20577"/>
          <ac:spMkLst>
            <pc:docMk/>
            <pc:sldMk cId="1055329605" sldId="282"/>
            <ac:spMk id="2" creationId="{F8017349-99AC-CD8A-7DCD-1B54CDF4EBA8}"/>
          </ac:spMkLst>
        </pc:spChg>
      </pc:sldChg>
      <pc:sldChg chg="modSp">
        <pc:chgData name="Ojullu, Glory L" userId="S::cd8457ax@go.minnstate.edu::cfbd8ff1-c490-4ff0-a649-7540fea5d008" providerId="AD" clId="Web-{61874F2D-3FBE-0F84-6468-2154E7EEFE04}" dt="2023-11-26T20:28:33.290" v="5" actId="20577"/>
        <pc:sldMkLst>
          <pc:docMk/>
          <pc:sldMk cId="1097579407" sldId="286"/>
        </pc:sldMkLst>
        <pc:spChg chg="mod">
          <ac:chgData name="Ojullu, Glory L" userId="S::cd8457ax@go.minnstate.edu::cfbd8ff1-c490-4ff0-a649-7540fea5d008" providerId="AD" clId="Web-{61874F2D-3FBE-0F84-6468-2154E7EEFE04}" dt="2023-11-26T20:28:33.290" v="5" actId="20577"/>
          <ac:spMkLst>
            <pc:docMk/>
            <pc:sldMk cId="1097579407" sldId="286"/>
            <ac:spMk id="2" creationId="{C5D8FAA8-AD63-8807-993B-69FC8841DD06}"/>
          </ac:spMkLst>
        </pc:spChg>
      </pc:sldChg>
    </pc:docChg>
  </pc:docChgLst>
  <pc:docChgLst>
    <pc:chgData name="Sanjel, Deepshikha" userId="S::nw7946fy@go.minnstate.edu::4f575c0f-7e5e-44e7-8457-7435b908ef8d" providerId="AD" clId="Web-{F3174E80-8DDE-4540-A72F-EA68504E6321}"/>
    <pc:docChg chg="addSld modSld addMainMaster delMainMaster modMainMaster">
      <pc:chgData name="Sanjel, Deepshikha" userId="S::nw7946fy@go.minnstate.edu::4f575c0f-7e5e-44e7-8457-7435b908ef8d" providerId="AD" clId="Web-{F3174E80-8DDE-4540-A72F-EA68504E6321}" dt="2023-11-09T01:30:56.566" v="158" actId="20577"/>
      <pc:docMkLst>
        <pc:docMk/>
      </pc:docMkLst>
      <pc:sldChg chg="addSp delSp modSp mod setBg modClrScheme delDesignElem chgLayout">
        <pc:chgData name="Sanjel, Deepshikha" userId="S::nw7946fy@go.minnstate.edu::4f575c0f-7e5e-44e7-8457-7435b908ef8d" providerId="AD" clId="Web-{F3174E80-8DDE-4540-A72F-EA68504E6321}" dt="2023-11-09T01:21:27.113" v="54"/>
        <pc:sldMkLst>
          <pc:docMk/>
          <pc:sldMk cId="109857222" sldId="256"/>
        </pc:sldMkLst>
        <pc:spChg chg="mod ord">
          <ac:chgData name="Sanjel, Deepshikha" userId="S::nw7946fy@go.minnstate.edu::4f575c0f-7e5e-44e7-8457-7435b908ef8d" providerId="AD" clId="Web-{F3174E80-8DDE-4540-A72F-EA68504E6321}" dt="2023-11-09T01:20:55.299" v="50"/>
          <ac:spMkLst>
            <pc:docMk/>
            <pc:sldMk cId="109857222" sldId="256"/>
            <ac:spMk id="2" creationId="{00000000-0000-0000-0000-000000000000}"/>
          </ac:spMkLst>
        </pc:spChg>
        <pc:spChg chg="mod ord">
          <ac:chgData name="Sanjel, Deepshikha" userId="S::nw7946fy@go.minnstate.edu::4f575c0f-7e5e-44e7-8457-7435b908ef8d" providerId="AD" clId="Web-{F3174E80-8DDE-4540-A72F-EA68504E6321}" dt="2023-11-09T01:20:55.299" v="50"/>
          <ac:spMkLst>
            <pc:docMk/>
            <pc:sldMk cId="109857222" sldId="256"/>
            <ac:spMk id="3" creationId="{00000000-0000-0000-0000-000000000000}"/>
          </ac:spMkLst>
        </pc:spChg>
        <pc:spChg chg="add del">
          <ac:chgData name="Sanjel, Deepshikha" userId="S::nw7946fy@go.minnstate.edu::4f575c0f-7e5e-44e7-8457-7435b908ef8d" providerId="AD" clId="Web-{F3174E80-8DDE-4540-A72F-EA68504E6321}" dt="2023-11-09T01:20:55.299" v="50"/>
          <ac:spMkLst>
            <pc:docMk/>
            <pc:sldMk cId="109857222" sldId="256"/>
            <ac:spMk id="9" creationId="{D3F13AAF-525E-4953-A67E-7B34FDB4D899}"/>
          </ac:spMkLst>
        </pc:spChg>
        <pc:picChg chg="add">
          <ac:chgData name="Sanjel, Deepshikha" userId="S::nw7946fy@go.minnstate.edu::4f575c0f-7e5e-44e7-8457-7435b908ef8d" providerId="AD" clId="Web-{F3174E80-8DDE-4540-A72F-EA68504E6321}" dt="2023-11-09T01:12:41.895" v="0"/>
          <ac:picMkLst>
            <pc:docMk/>
            <pc:sldMk cId="109857222" sldId="256"/>
            <ac:picMk id="4" creationId="{1EBFD0D5-5B49-89A1-78D4-76EE9E6D9466}"/>
          </ac:picMkLst>
        </pc:picChg>
        <pc:cxnChg chg="add del">
          <ac:chgData name="Sanjel, Deepshikha" userId="S::nw7946fy@go.minnstate.edu::4f575c0f-7e5e-44e7-8457-7435b908ef8d" providerId="AD" clId="Web-{F3174E80-8DDE-4540-A72F-EA68504E6321}" dt="2023-11-09T01:20:55.299" v="50"/>
          <ac:cxnSpMkLst>
            <pc:docMk/>
            <pc:sldMk cId="109857222" sldId="256"/>
            <ac:cxnSpMk id="11" creationId="{32E97E5C-7A5F-424E-AAE4-654396E90799}"/>
          </ac:cxnSpMkLst>
        </pc:cxnChg>
      </pc:sldChg>
      <pc:sldChg chg="addSp delSp modSp new mod setBg modClrScheme chgLayout">
        <pc:chgData name="Sanjel, Deepshikha" userId="S::nw7946fy@go.minnstate.edu::4f575c0f-7e5e-44e7-8457-7435b908ef8d" providerId="AD" clId="Web-{F3174E80-8DDE-4540-A72F-EA68504E6321}" dt="2023-11-09T01:21:31.113" v="56"/>
        <pc:sldMkLst>
          <pc:docMk/>
          <pc:sldMk cId="3150354666" sldId="257"/>
        </pc:sldMkLst>
        <pc:spChg chg="mod ord">
          <ac:chgData name="Sanjel, Deepshikha" userId="S::nw7946fy@go.minnstate.edu::4f575c0f-7e5e-44e7-8457-7435b908ef8d" providerId="AD" clId="Web-{F3174E80-8DDE-4540-A72F-EA68504E6321}" dt="2023-11-09T01:21:30.253" v="55"/>
          <ac:spMkLst>
            <pc:docMk/>
            <pc:sldMk cId="3150354666" sldId="257"/>
            <ac:spMk id="2" creationId="{408FCAD8-8749-32C1-89B0-47D50D226E2B}"/>
          </ac:spMkLst>
        </pc:spChg>
        <pc:spChg chg="add del mod ord">
          <ac:chgData name="Sanjel, Deepshikha" userId="S::nw7946fy@go.minnstate.edu::4f575c0f-7e5e-44e7-8457-7435b908ef8d" providerId="AD" clId="Web-{F3174E80-8DDE-4540-A72F-EA68504E6321}" dt="2023-11-09T01:21:30.253" v="55"/>
          <ac:spMkLst>
            <pc:docMk/>
            <pc:sldMk cId="3150354666" sldId="257"/>
            <ac:spMk id="3" creationId="{3538B89A-BE41-55BA-9006-AA40AFAE00D0}"/>
          </ac:spMkLst>
        </pc:spChg>
        <pc:spChg chg="add del">
          <ac:chgData name="Sanjel, Deepshikha" userId="S::nw7946fy@go.minnstate.edu::4f575c0f-7e5e-44e7-8457-7435b908ef8d" providerId="AD" clId="Web-{F3174E80-8DDE-4540-A72F-EA68504E6321}" dt="2023-11-09T01:21:30.253" v="55"/>
          <ac:spMkLst>
            <pc:docMk/>
            <pc:sldMk cId="3150354666" sldId="257"/>
            <ac:spMk id="18" creationId="{1F4CD6D0-88B6-45F4-AC60-54587D3C92A0}"/>
          </ac:spMkLst>
        </pc:spChg>
        <pc:spChg chg="add del">
          <ac:chgData name="Sanjel, Deepshikha" userId="S::nw7946fy@go.minnstate.edu::4f575c0f-7e5e-44e7-8457-7435b908ef8d" providerId="AD" clId="Web-{F3174E80-8DDE-4540-A72F-EA68504E6321}" dt="2023-11-09T01:21:30.253" v="55"/>
          <ac:spMkLst>
            <pc:docMk/>
            <pc:sldMk cId="3150354666" sldId="257"/>
            <ac:spMk id="20" creationId="{DCFCE6BC-4706-49A2-816A-A44669F98A30}"/>
          </ac:spMkLst>
        </pc:spChg>
        <pc:grpChg chg="add del">
          <ac:chgData name="Sanjel, Deepshikha" userId="S::nw7946fy@go.minnstate.edu::4f575c0f-7e5e-44e7-8457-7435b908ef8d" providerId="AD" clId="Web-{F3174E80-8DDE-4540-A72F-EA68504E6321}" dt="2023-11-09T01:21:30.253" v="55"/>
          <ac:grpSpMkLst>
            <pc:docMk/>
            <pc:sldMk cId="3150354666" sldId="257"/>
            <ac:grpSpMk id="12" creationId="{9494E066-0146-46E9-BAF1-C33240ABA294}"/>
          </ac:grpSpMkLst>
        </pc:grpChg>
        <pc:picChg chg="add del mod">
          <ac:chgData name="Sanjel, Deepshikha" userId="S::nw7946fy@go.minnstate.edu::4f575c0f-7e5e-44e7-8457-7435b908ef8d" providerId="AD" clId="Web-{F3174E80-8DDE-4540-A72F-EA68504E6321}" dt="2023-11-09T01:21:31.113" v="56"/>
          <ac:picMkLst>
            <pc:docMk/>
            <pc:sldMk cId="3150354666" sldId="257"/>
            <ac:picMk id="5" creationId="{B2F5447F-5FA0-CE5D-5B6C-8179BED35F05}"/>
          </ac:picMkLst>
        </pc:picChg>
        <pc:cxnChg chg="add del">
          <ac:chgData name="Sanjel, Deepshikha" userId="S::nw7946fy@go.minnstate.edu::4f575c0f-7e5e-44e7-8457-7435b908ef8d" providerId="AD" clId="Web-{F3174E80-8DDE-4540-A72F-EA68504E6321}" dt="2023-11-09T01:21:30.253" v="55"/>
          <ac:cxnSpMkLst>
            <pc:docMk/>
            <pc:sldMk cId="3150354666" sldId="257"/>
            <ac:cxnSpMk id="10" creationId="{AE0C0B2A-3FD1-4235-A16E-0ED1E028A93E}"/>
          </ac:cxnSpMkLst>
        </pc:cxnChg>
        <pc:cxnChg chg="add del">
          <ac:chgData name="Sanjel, Deepshikha" userId="S::nw7946fy@go.minnstate.edu::4f575c0f-7e5e-44e7-8457-7435b908ef8d" providerId="AD" clId="Web-{F3174E80-8DDE-4540-A72F-EA68504E6321}" dt="2023-11-09T01:21:30.253" v="55"/>
          <ac:cxnSpMkLst>
            <pc:docMk/>
            <pc:sldMk cId="3150354666" sldId="257"/>
            <ac:cxnSpMk id="22" creationId="{9E7C23BC-DAA6-40E1-8166-B8C4439D1430}"/>
          </ac:cxnSpMkLst>
        </pc:cxnChg>
      </pc:sldChg>
      <pc:sldChg chg="modSp new mod modClrScheme chgLayout">
        <pc:chgData name="Sanjel, Deepshikha" userId="S::nw7946fy@go.minnstate.edu::4f575c0f-7e5e-44e7-8457-7435b908ef8d" providerId="AD" clId="Web-{F3174E80-8DDE-4540-A72F-EA68504E6321}" dt="2023-11-09T01:21:27.113" v="54"/>
        <pc:sldMkLst>
          <pc:docMk/>
          <pc:sldMk cId="3960386166" sldId="258"/>
        </pc:sldMkLst>
        <pc:spChg chg="mod ord">
          <ac:chgData name="Sanjel, Deepshikha" userId="S::nw7946fy@go.minnstate.edu::4f575c0f-7e5e-44e7-8457-7435b908ef8d" providerId="AD" clId="Web-{F3174E80-8DDE-4540-A72F-EA68504E6321}" dt="2023-11-09T01:20:55.299" v="50"/>
          <ac:spMkLst>
            <pc:docMk/>
            <pc:sldMk cId="3960386166" sldId="258"/>
            <ac:spMk id="2" creationId="{95FE46ED-CA02-22A9-2770-169C5215F581}"/>
          </ac:spMkLst>
        </pc:spChg>
        <pc:spChg chg="mod ord">
          <ac:chgData name="Sanjel, Deepshikha" userId="S::nw7946fy@go.minnstate.edu::4f575c0f-7e5e-44e7-8457-7435b908ef8d" providerId="AD" clId="Web-{F3174E80-8DDE-4540-A72F-EA68504E6321}" dt="2023-11-09T01:20:55.299" v="50"/>
          <ac:spMkLst>
            <pc:docMk/>
            <pc:sldMk cId="3960386166" sldId="258"/>
            <ac:spMk id="3" creationId="{26A9EA97-E2E9-A29B-112F-C4FCEC3867FC}"/>
          </ac:spMkLst>
        </pc:spChg>
      </pc:sldChg>
      <pc:sldChg chg="modSp new mod modClrScheme chgLayout">
        <pc:chgData name="Sanjel, Deepshikha" userId="S::nw7946fy@go.minnstate.edu::4f575c0f-7e5e-44e7-8457-7435b908ef8d" providerId="AD" clId="Web-{F3174E80-8DDE-4540-A72F-EA68504E6321}" dt="2023-11-09T01:22:03.145" v="64" actId="20577"/>
        <pc:sldMkLst>
          <pc:docMk/>
          <pc:sldMk cId="2889270383" sldId="259"/>
        </pc:sldMkLst>
        <pc:spChg chg="mod ord">
          <ac:chgData name="Sanjel, Deepshikha" userId="S::nw7946fy@go.minnstate.edu::4f575c0f-7e5e-44e7-8457-7435b908ef8d" providerId="AD" clId="Web-{F3174E80-8DDE-4540-A72F-EA68504E6321}" dt="2023-11-09T01:22:03.145" v="64" actId="20577"/>
          <ac:spMkLst>
            <pc:docMk/>
            <pc:sldMk cId="2889270383" sldId="259"/>
            <ac:spMk id="2" creationId="{3565721A-0E0E-9EF7-05CD-9408FA459FF0}"/>
          </ac:spMkLst>
        </pc:spChg>
        <pc:spChg chg="mod ord">
          <ac:chgData name="Sanjel, Deepshikha" userId="S::nw7946fy@go.minnstate.edu::4f575c0f-7e5e-44e7-8457-7435b908ef8d" providerId="AD" clId="Web-{F3174E80-8DDE-4540-A72F-EA68504E6321}" dt="2023-11-09T01:20:55.299" v="50"/>
          <ac:spMkLst>
            <pc:docMk/>
            <pc:sldMk cId="2889270383" sldId="259"/>
            <ac:spMk id="3" creationId="{EAB21118-CD81-E91E-462D-21C2E7560536}"/>
          </ac:spMkLst>
        </pc:spChg>
      </pc:sldChg>
      <pc:sldChg chg="modSp new mod modClrScheme chgLayout">
        <pc:chgData name="Sanjel, Deepshikha" userId="S::nw7946fy@go.minnstate.edu::4f575c0f-7e5e-44e7-8457-7435b908ef8d" providerId="AD" clId="Web-{F3174E80-8DDE-4540-A72F-EA68504E6321}" dt="2023-11-09T01:22:20.177" v="74" actId="20577"/>
        <pc:sldMkLst>
          <pc:docMk/>
          <pc:sldMk cId="3903181308" sldId="260"/>
        </pc:sldMkLst>
        <pc:spChg chg="mod ord">
          <ac:chgData name="Sanjel, Deepshikha" userId="S::nw7946fy@go.minnstate.edu::4f575c0f-7e5e-44e7-8457-7435b908ef8d" providerId="AD" clId="Web-{F3174E80-8DDE-4540-A72F-EA68504E6321}" dt="2023-11-09T01:22:20.177" v="74" actId="20577"/>
          <ac:spMkLst>
            <pc:docMk/>
            <pc:sldMk cId="3903181308" sldId="260"/>
            <ac:spMk id="2" creationId="{BAB25A34-1CED-1F9C-BA38-F4A156B37C8A}"/>
          </ac:spMkLst>
        </pc:spChg>
        <pc:spChg chg="mod ord">
          <ac:chgData name="Sanjel, Deepshikha" userId="S::nw7946fy@go.minnstate.edu::4f575c0f-7e5e-44e7-8457-7435b908ef8d" providerId="AD" clId="Web-{F3174E80-8DDE-4540-A72F-EA68504E6321}" dt="2023-11-09T01:20:55.299" v="50"/>
          <ac:spMkLst>
            <pc:docMk/>
            <pc:sldMk cId="3903181308" sldId="260"/>
            <ac:spMk id="3" creationId="{1AC50C78-F4C8-D7D7-A472-47746633F8C6}"/>
          </ac:spMkLst>
        </pc:spChg>
      </pc:sldChg>
      <pc:sldChg chg="modSp new mod modClrScheme chgLayout">
        <pc:chgData name="Sanjel, Deepshikha" userId="S::nw7946fy@go.minnstate.edu::4f575c0f-7e5e-44e7-8457-7435b908ef8d" providerId="AD" clId="Web-{F3174E80-8DDE-4540-A72F-EA68504E6321}" dt="2023-11-09T01:21:27.113" v="54"/>
        <pc:sldMkLst>
          <pc:docMk/>
          <pc:sldMk cId="24667547" sldId="261"/>
        </pc:sldMkLst>
        <pc:spChg chg="mod ord">
          <ac:chgData name="Sanjel, Deepshikha" userId="S::nw7946fy@go.minnstate.edu::4f575c0f-7e5e-44e7-8457-7435b908ef8d" providerId="AD" clId="Web-{F3174E80-8DDE-4540-A72F-EA68504E6321}" dt="2023-11-09T01:20:55.299" v="50"/>
          <ac:spMkLst>
            <pc:docMk/>
            <pc:sldMk cId="24667547" sldId="261"/>
            <ac:spMk id="2" creationId="{A40A3A0E-1945-E18C-2257-F0A60B9AC898}"/>
          </ac:spMkLst>
        </pc:spChg>
        <pc:spChg chg="mod ord">
          <ac:chgData name="Sanjel, Deepshikha" userId="S::nw7946fy@go.minnstate.edu::4f575c0f-7e5e-44e7-8457-7435b908ef8d" providerId="AD" clId="Web-{F3174E80-8DDE-4540-A72F-EA68504E6321}" dt="2023-11-09T01:20:55.299" v="50"/>
          <ac:spMkLst>
            <pc:docMk/>
            <pc:sldMk cId="24667547" sldId="261"/>
            <ac:spMk id="3" creationId="{8D52575C-6FA9-3A28-12CA-E23C6CD46E2F}"/>
          </ac:spMkLst>
        </pc:spChg>
      </pc:sldChg>
      <pc:sldChg chg="modSp new">
        <pc:chgData name="Sanjel, Deepshikha" userId="S::nw7946fy@go.minnstate.edu::4f575c0f-7e5e-44e7-8457-7435b908ef8d" providerId="AD" clId="Web-{F3174E80-8DDE-4540-A72F-EA68504E6321}" dt="2023-11-09T01:22:33.708" v="83" actId="20577"/>
        <pc:sldMkLst>
          <pc:docMk/>
          <pc:sldMk cId="2314627008" sldId="262"/>
        </pc:sldMkLst>
        <pc:spChg chg="mod">
          <ac:chgData name="Sanjel, Deepshikha" userId="S::nw7946fy@go.minnstate.edu::4f575c0f-7e5e-44e7-8457-7435b908ef8d" providerId="AD" clId="Web-{F3174E80-8DDE-4540-A72F-EA68504E6321}" dt="2023-11-09T01:22:33.708" v="83" actId="20577"/>
          <ac:spMkLst>
            <pc:docMk/>
            <pc:sldMk cId="2314627008" sldId="262"/>
            <ac:spMk id="2" creationId="{57D5847E-A87A-5C04-61B0-7BCC70537489}"/>
          </ac:spMkLst>
        </pc:spChg>
      </pc:sldChg>
      <pc:sldChg chg="modSp new">
        <pc:chgData name="Sanjel, Deepshikha" userId="S::nw7946fy@go.minnstate.edu::4f575c0f-7e5e-44e7-8457-7435b908ef8d" providerId="AD" clId="Web-{F3174E80-8DDE-4540-A72F-EA68504E6321}" dt="2023-11-09T01:25:57.808" v="93" actId="20577"/>
        <pc:sldMkLst>
          <pc:docMk/>
          <pc:sldMk cId="509801224" sldId="263"/>
        </pc:sldMkLst>
        <pc:spChg chg="mod">
          <ac:chgData name="Sanjel, Deepshikha" userId="S::nw7946fy@go.minnstate.edu::4f575c0f-7e5e-44e7-8457-7435b908ef8d" providerId="AD" clId="Web-{F3174E80-8DDE-4540-A72F-EA68504E6321}" dt="2023-11-09T01:25:57.808" v="93" actId="20577"/>
          <ac:spMkLst>
            <pc:docMk/>
            <pc:sldMk cId="509801224" sldId="263"/>
            <ac:spMk id="2" creationId="{32EECA7B-C846-FF34-B28D-9942872842DE}"/>
          </ac:spMkLst>
        </pc:spChg>
      </pc:sldChg>
      <pc:sldChg chg="modSp new">
        <pc:chgData name="Sanjel, Deepshikha" userId="S::nw7946fy@go.minnstate.edu::4f575c0f-7e5e-44e7-8457-7435b908ef8d" providerId="AD" clId="Web-{F3174E80-8DDE-4540-A72F-EA68504E6321}" dt="2023-11-09T01:26:09.246" v="98" actId="20577"/>
        <pc:sldMkLst>
          <pc:docMk/>
          <pc:sldMk cId="4212760481" sldId="264"/>
        </pc:sldMkLst>
        <pc:spChg chg="mod">
          <ac:chgData name="Sanjel, Deepshikha" userId="S::nw7946fy@go.minnstate.edu::4f575c0f-7e5e-44e7-8457-7435b908ef8d" providerId="AD" clId="Web-{F3174E80-8DDE-4540-A72F-EA68504E6321}" dt="2023-11-09T01:26:09.246" v="98" actId="20577"/>
          <ac:spMkLst>
            <pc:docMk/>
            <pc:sldMk cId="4212760481" sldId="264"/>
            <ac:spMk id="2" creationId="{82D1E498-7DB4-5592-F7AE-D1F72042CF73}"/>
          </ac:spMkLst>
        </pc:spChg>
      </pc:sldChg>
      <pc:sldChg chg="modSp new">
        <pc:chgData name="Sanjel, Deepshikha" userId="S::nw7946fy@go.minnstate.edu::4f575c0f-7e5e-44e7-8457-7435b908ef8d" providerId="AD" clId="Web-{F3174E80-8DDE-4540-A72F-EA68504E6321}" dt="2023-11-09T01:26:21.105" v="104" actId="20577"/>
        <pc:sldMkLst>
          <pc:docMk/>
          <pc:sldMk cId="511329707" sldId="265"/>
        </pc:sldMkLst>
        <pc:spChg chg="mod">
          <ac:chgData name="Sanjel, Deepshikha" userId="S::nw7946fy@go.minnstate.edu::4f575c0f-7e5e-44e7-8457-7435b908ef8d" providerId="AD" clId="Web-{F3174E80-8DDE-4540-A72F-EA68504E6321}" dt="2023-11-09T01:26:21.105" v="104" actId="20577"/>
          <ac:spMkLst>
            <pc:docMk/>
            <pc:sldMk cId="511329707" sldId="265"/>
            <ac:spMk id="2" creationId="{45917470-2B4D-71D9-044F-E46648D89C23}"/>
          </ac:spMkLst>
        </pc:spChg>
      </pc:sldChg>
      <pc:sldChg chg="modSp new">
        <pc:chgData name="Sanjel, Deepshikha" userId="S::nw7946fy@go.minnstate.edu::4f575c0f-7e5e-44e7-8457-7435b908ef8d" providerId="AD" clId="Web-{F3174E80-8DDE-4540-A72F-EA68504E6321}" dt="2023-11-09T01:28:35.031" v="121" actId="20577"/>
        <pc:sldMkLst>
          <pc:docMk/>
          <pc:sldMk cId="2700405408" sldId="266"/>
        </pc:sldMkLst>
        <pc:spChg chg="mod">
          <ac:chgData name="Sanjel, Deepshikha" userId="S::nw7946fy@go.minnstate.edu::4f575c0f-7e5e-44e7-8457-7435b908ef8d" providerId="AD" clId="Web-{F3174E80-8DDE-4540-A72F-EA68504E6321}" dt="2023-11-09T01:28:35.031" v="121" actId="20577"/>
          <ac:spMkLst>
            <pc:docMk/>
            <pc:sldMk cId="2700405408" sldId="266"/>
            <ac:spMk id="2" creationId="{7CE08A23-934A-41BB-AB65-1F0D07748938}"/>
          </ac:spMkLst>
        </pc:spChg>
      </pc:sldChg>
      <pc:sldChg chg="modSp new">
        <pc:chgData name="Sanjel, Deepshikha" userId="S::nw7946fy@go.minnstate.edu::4f575c0f-7e5e-44e7-8457-7435b908ef8d" providerId="AD" clId="Web-{F3174E80-8DDE-4540-A72F-EA68504E6321}" dt="2023-11-09T01:28:48.031" v="125" actId="20577"/>
        <pc:sldMkLst>
          <pc:docMk/>
          <pc:sldMk cId="4186794603" sldId="267"/>
        </pc:sldMkLst>
        <pc:spChg chg="mod">
          <ac:chgData name="Sanjel, Deepshikha" userId="S::nw7946fy@go.minnstate.edu::4f575c0f-7e5e-44e7-8457-7435b908ef8d" providerId="AD" clId="Web-{F3174E80-8DDE-4540-A72F-EA68504E6321}" dt="2023-11-09T01:28:48.031" v="125" actId="20577"/>
          <ac:spMkLst>
            <pc:docMk/>
            <pc:sldMk cId="4186794603" sldId="267"/>
            <ac:spMk id="2" creationId="{5120B371-4325-A002-9E3E-D31E12AC6B6F}"/>
          </ac:spMkLst>
        </pc:spChg>
      </pc:sldChg>
      <pc:sldChg chg="modSp new">
        <pc:chgData name="Sanjel, Deepshikha" userId="S::nw7946fy@go.minnstate.edu::4f575c0f-7e5e-44e7-8457-7435b908ef8d" providerId="AD" clId="Web-{F3174E80-8DDE-4540-A72F-EA68504E6321}" dt="2023-11-09T01:28:55.516" v="131" actId="20577"/>
        <pc:sldMkLst>
          <pc:docMk/>
          <pc:sldMk cId="2893018387" sldId="268"/>
        </pc:sldMkLst>
        <pc:spChg chg="mod">
          <ac:chgData name="Sanjel, Deepshikha" userId="S::nw7946fy@go.minnstate.edu::4f575c0f-7e5e-44e7-8457-7435b908ef8d" providerId="AD" clId="Web-{F3174E80-8DDE-4540-A72F-EA68504E6321}" dt="2023-11-09T01:28:55.516" v="131" actId="20577"/>
          <ac:spMkLst>
            <pc:docMk/>
            <pc:sldMk cId="2893018387" sldId="268"/>
            <ac:spMk id="2" creationId="{E30AB131-3DF4-9A29-28B8-422B8FC4FF5A}"/>
          </ac:spMkLst>
        </pc:spChg>
      </pc:sldChg>
      <pc:sldChg chg="modSp new">
        <pc:chgData name="Sanjel, Deepshikha" userId="S::nw7946fy@go.minnstate.edu::4f575c0f-7e5e-44e7-8457-7435b908ef8d" providerId="AD" clId="Web-{F3174E80-8DDE-4540-A72F-EA68504E6321}" dt="2023-11-09T01:29:07.860" v="139" actId="20577"/>
        <pc:sldMkLst>
          <pc:docMk/>
          <pc:sldMk cId="2360340078" sldId="269"/>
        </pc:sldMkLst>
        <pc:spChg chg="mod">
          <ac:chgData name="Sanjel, Deepshikha" userId="S::nw7946fy@go.minnstate.edu::4f575c0f-7e5e-44e7-8457-7435b908ef8d" providerId="AD" clId="Web-{F3174E80-8DDE-4540-A72F-EA68504E6321}" dt="2023-11-09T01:29:07.860" v="139" actId="20577"/>
          <ac:spMkLst>
            <pc:docMk/>
            <pc:sldMk cId="2360340078" sldId="269"/>
            <ac:spMk id="2" creationId="{3FF65436-3B7E-85CB-14EF-8AF456462EC8}"/>
          </ac:spMkLst>
        </pc:spChg>
      </pc:sldChg>
      <pc:sldChg chg="modSp new">
        <pc:chgData name="Sanjel, Deepshikha" userId="S::nw7946fy@go.minnstate.edu::4f575c0f-7e5e-44e7-8457-7435b908ef8d" providerId="AD" clId="Web-{F3174E80-8DDE-4540-A72F-EA68504E6321}" dt="2023-11-09T01:29:39.783" v="145" actId="20577"/>
        <pc:sldMkLst>
          <pc:docMk/>
          <pc:sldMk cId="1905417968" sldId="270"/>
        </pc:sldMkLst>
        <pc:spChg chg="mod">
          <ac:chgData name="Sanjel, Deepshikha" userId="S::nw7946fy@go.minnstate.edu::4f575c0f-7e5e-44e7-8457-7435b908ef8d" providerId="AD" clId="Web-{F3174E80-8DDE-4540-A72F-EA68504E6321}" dt="2023-11-09T01:29:39.783" v="145" actId="20577"/>
          <ac:spMkLst>
            <pc:docMk/>
            <pc:sldMk cId="1905417968" sldId="270"/>
            <ac:spMk id="2" creationId="{D5459ACA-9F71-375A-66A1-A778555E04B0}"/>
          </ac:spMkLst>
        </pc:spChg>
      </pc:sldChg>
      <pc:sldChg chg="addSp delSp modSp new">
        <pc:chgData name="Sanjel, Deepshikha" userId="S::nw7946fy@go.minnstate.edu::4f575c0f-7e5e-44e7-8457-7435b908ef8d" providerId="AD" clId="Web-{F3174E80-8DDE-4540-A72F-EA68504E6321}" dt="2023-11-09T01:30:56.566" v="158" actId="20577"/>
        <pc:sldMkLst>
          <pc:docMk/>
          <pc:sldMk cId="2669825924" sldId="271"/>
        </pc:sldMkLst>
        <pc:spChg chg="add del">
          <ac:chgData name="Sanjel, Deepshikha" userId="S::nw7946fy@go.minnstate.edu::4f575c0f-7e5e-44e7-8457-7435b908ef8d" providerId="AD" clId="Web-{F3174E80-8DDE-4540-A72F-EA68504E6321}" dt="2023-11-09T01:30:39.082" v="148"/>
          <ac:spMkLst>
            <pc:docMk/>
            <pc:sldMk cId="2669825924" sldId="271"/>
            <ac:spMk id="2" creationId="{142CCA1E-2869-EE89-5220-A4B9FA83ECB8}"/>
          </ac:spMkLst>
        </pc:spChg>
        <pc:spChg chg="mod">
          <ac:chgData name="Sanjel, Deepshikha" userId="S::nw7946fy@go.minnstate.edu::4f575c0f-7e5e-44e7-8457-7435b908ef8d" providerId="AD" clId="Web-{F3174E80-8DDE-4540-A72F-EA68504E6321}" dt="2023-11-09T01:30:56.566" v="158" actId="20577"/>
          <ac:spMkLst>
            <pc:docMk/>
            <pc:sldMk cId="2669825924" sldId="271"/>
            <ac:spMk id="3" creationId="{903C4B7A-029D-8C43-912C-B81786D6FD4C}"/>
          </ac:spMkLst>
        </pc:spChg>
      </pc:sldChg>
      <pc:sldMasterChg chg="del delSldLayout">
        <pc:chgData name="Sanjel, Deepshikha" userId="S::nw7946fy@go.minnstate.edu::4f575c0f-7e5e-44e7-8457-7435b908ef8d" providerId="AD" clId="Web-{F3174E80-8DDE-4540-A72F-EA68504E6321}" dt="2023-11-09T01:12:41.895" v="0"/>
        <pc:sldMasterMkLst>
          <pc:docMk/>
          <pc:sldMasterMk cId="2460954070" sldId="2147483660"/>
        </pc:sldMasterMkLst>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2385387890" sldId="2147483661"/>
          </pc:sldLayoutMkLst>
        </pc:sldLayoutChg>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949138452" sldId="2147483662"/>
          </pc:sldLayoutMkLst>
        </pc:sldLayoutChg>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2591524520" sldId="2147483663"/>
          </pc:sldLayoutMkLst>
        </pc:sldLayoutChg>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1203092039" sldId="2147483664"/>
          </pc:sldLayoutMkLst>
        </pc:sldLayoutChg>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3733172339" sldId="2147483665"/>
          </pc:sldLayoutMkLst>
        </pc:sldLayoutChg>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3210312558" sldId="2147483666"/>
          </pc:sldLayoutMkLst>
        </pc:sldLayoutChg>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3146388984" sldId="2147483667"/>
          </pc:sldLayoutMkLst>
        </pc:sldLayoutChg>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3171841454" sldId="2147483668"/>
          </pc:sldLayoutMkLst>
        </pc:sldLayoutChg>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1718958274" sldId="2147483669"/>
          </pc:sldLayoutMkLst>
        </pc:sldLayoutChg>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2202905451" sldId="2147483670"/>
          </pc:sldLayoutMkLst>
        </pc:sldLayoutChg>
        <pc:sldLayoutChg chg="del">
          <pc:chgData name="Sanjel, Deepshikha" userId="S::nw7946fy@go.minnstate.edu::4f575c0f-7e5e-44e7-8457-7435b908ef8d" providerId="AD" clId="Web-{F3174E80-8DDE-4540-A72F-EA68504E6321}" dt="2023-11-09T01:12:41.895" v="0"/>
          <pc:sldLayoutMkLst>
            <pc:docMk/>
            <pc:sldMasterMk cId="2460954070" sldId="2147483660"/>
            <pc:sldLayoutMk cId="3479445657" sldId="2147483671"/>
          </pc:sldLayoutMkLst>
        </pc:sldLayoutChg>
      </pc:sldMasterChg>
      <pc:sldMasterChg chg="add del mod setBg addSldLayout delSldLayout modSldLayout">
        <pc:chgData name="Sanjel, Deepshikha" userId="S::nw7946fy@go.minnstate.edu::4f575c0f-7e5e-44e7-8457-7435b908ef8d" providerId="AD" clId="Web-{F3174E80-8DDE-4540-A72F-EA68504E6321}" dt="2023-11-09T01:21:27.113" v="54"/>
        <pc:sldMasterMkLst>
          <pc:docMk/>
          <pc:sldMasterMk cId="2862773337" sldId="2147483698"/>
        </pc:sldMasterMkLst>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1023359768" sldId="2147483687"/>
          </pc:sldLayoutMkLst>
        </pc:sldLayoutChg>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3094865649" sldId="2147483688"/>
          </pc:sldLayoutMkLst>
        </pc:sldLayoutChg>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3651754477" sldId="2147483689"/>
          </pc:sldLayoutMkLst>
        </pc:sldLayoutChg>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798588715" sldId="2147483690"/>
          </pc:sldLayoutMkLst>
        </pc:sldLayoutChg>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932874467" sldId="2147483691"/>
          </pc:sldLayoutMkLst>
        </pc:sldLayoutChg>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2316636314" sldId="2147483692"/>
          </pc:sldLayoutMkLst>
        </pc:sldLayoutChg>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91118183" sldId="2147483693"/>
          </pc:sldLayoutMkLst>
        </pc:sldLayoutChg>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3530523395" sldId="2147483694"/>
          </pc:sldLayoutMkLst>
        </pc:sldLayoutChg>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2579622785" sldId="2147483695"/>
          </pc:sldLayoutMkLst>
        </pc:sldLayoutChg>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3542637004" sldId="2147483696"/>
          </pc:sldLayoutMkLst>
        </pc:sldLayoutChg>
        <pc:sldLayoutChg chg="add del mod">
          <pc:chgData name="Sanjel, Deepshikha" userId="S::nw7946fy@go.minnstate.edu::4f575c0f-7e5e-44e7-8457-7435b908ef8d" providerId="AD" clId="Web-{F3174E80-8DDE-4540-A72F-EA68504E6321}" dt="2023-11-09T01:21:27.113" v="54"/>
          <pc:sldLayoutMkLst>
            <pc:docMk/>
            <pc:sldMasterMk cId="2862773337" sldId="2147483698"/>
            <pc:sldLayoutMk cId="3127137517" sldId="2147483697"/>
          </pc:sldLayoutMkLst>
        </pc:sldLayoutChg>
      </pc:sldMasterChg>
      <pc:sldMasterChg chg="add del addSldLayout delSldLayout modSldLayout">
        <pc:chgData name="Sanjel, Deepshikha" userId="S::nw7946fy@go.minnstate.edu::4f575c0f-7e5e-44e7-8457-7435b908ef8d" providerId="AD" clId="Web-{F3174E80-8DDE-4540-A72F-EA68504E6321}" dt="2023-11-09T01:20:55.299" v="50"/>
        <pc:sldMasterMkLst>
          <pc:docMk/>
          <pc:sldMasterMk cId="1141935357" sldId="2147483699"/>
        </pc:sldMasterMkLst>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282122819" sldId="2147483700"/>
          </pc:sldLayoutMkLst>
        </pc:sldLayoutChg>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1428745298" sldId="2147483701"/>
          </pc:sldLayoutMkLst>
        </pc:sldLayoutChg>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1731253587" sldId="2147483702"/>
          </pc:sldLayoutMkLst>
        </pc:sldLayoutChg>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1166589311" sldId="2147483703"/>
          </pc:sldLayoutMkLst>
        </pc:sldLayoutChg>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176107798" sldId="2147483704"/>
          </pc:sldLayoutMkLst>
        </pc:sldLayoutChg>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4027926161" sldId="2147483705"/>
          </pc:sldLayoutMkLst>
        </pc:sldLayoutChg>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606095315" sldId="2147483706"/>
          </pc:sldLayoutMkLst>
        </pc:sldLayoutChg>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3683402740" sldId="2147483707"/>
          </pc:sldLayoutMkLst>
        </pc:sldLayoutChg>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1524645069" sldId="2147483708"/>
          </pc:sldLayoutMkLst>
        </pc:sldLayoutChg>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2773921381" sldId="2147483709"/>
          </pc:sldLayoutMkLst>
        </pc:sldLayoutChg>
        <pc:sldLayoutChg chg="add del mod replId">
          <pc:chgData name="Sanjel, Deepshikha" userId="S::nw7946fy@go.minnstate.edu::4f575c0f-7e5e-44e7-8457-7435b908ef8d" providerId="AD" clId="Web-{F3174E80-8DDE-4540-A72F-EA68504E6321}" dt="2023-11-09T01:20:55.299" v="50"/>
          <pc:sldLayoutMkLst>
            <pc:docMk/>
            <pc:sldMasterMk cId="1141935357" sldId="2147483699"/>
            <pc:sldLayoutMk cId="810914590" sldId="2147483710"/>
          </pc:sldLayoutMkLst>
        </pc:sldLayoutChg>
      </pc:sldMasterChg>
    </pc:docChg>
  </pc:docChgLst>
  <pc:docChgLst>
    <pc:chgData name="Sanjel, Deepshikha" userId="S::nw7946fy@go.minnstate.edu::4f575c0f-7e5e-44e7-8457-7435b908ef8d" providerId="AD" clId="Web-{19F43F1C-E736-CE1E-E3A6-3478A0D76860}"/>
    <pc:docChg chg="delSld modSld">
      <pc:chgData name="Sanjel, Deepshikha" userId="S::nw7946fy@go.minnstate.edu::4f575c0f-7e5e-44e7-8457-7435b908ef8d" providerId="AD" clId="Web-{19F43F1C-E736-CE1E-E3A6-3478A0D76860}" dt="2023-11-14T16:26:03.972" v="8"/>
      <pc:docMkLst>
        <pc:docMk/>
      </pc:docMkLst>
      <pc:sldChg chg="del">
        <pc:chgData name="Sanjel, Deepshikha" userId="S::nw7946fy@go.minnstate.edu::4f575c0f-7e5e-44e7-8457-7435b908ef8d" providerId="AD" clId="Web-{19F43F1C-E736-CE1E-E3A6-3478A0D76860}" dt="2023-11-14T16:26:03.972" v="8"/>
        <pc:sldMkLst>
          <pc:docMk/>
          <pc:sldMk cId="2669825924" sldId="271"/>
        </pc:sldMkLst>
      </pc:sldChg>
      <pc:sldChg chg="modSp">
        <pc:chgData name="Sanjel, Deepshikha" userId="S::nw7946fy@go.minnstate.edu::4f575c0f-7e5e-44e7-8457-7435b908ef8d" providerId="AD" clId="Web-{19F43F1C-E736-CE1E-E3A6-3478A0D76860}" dt="2023-11-14T16:25:05.392" v="7" actId="20577"/>
        <pc:sldMkLst>
          <pc:docMk/>
          <pc:sldMk cId="1703823200" sldId="272"/>
        </pc:sldMkLst>
        <pc:spChg chg="mod">
          <ac:chgData name="Sanjel, Deepshikha" userId="S::nw7946fy@go.minnstate.edu::4f575c0f-7e5e-44e7-8457-7435b908ef8d" providerId="AD" clId="Web-{19F43F1C-E736-CE1E-E3A6-3478A0D76860}" dt="2023-11-14T16:25:05.392" v="7" actId="20577"/>
          <ac:spMkLst>
            <pc:docMk/>
            <pc:sldMk cId="1703823200" sldId="272"/>
            <ac:spMk id="3" creationId="{0A9DF5F6-4CCF-6672-1F72-FA83E4BE0AE2}"/>
          </ac:spMkLst>
        </pc:spChg>
      </pc:sldChg>
    </pc:docChg>
  </pc:docChgLst>
  <pc:docChgLst>
    <pc:chgData name="Mueller, Christopher J" userId="S::gu5423zh@go.minnstate.edu::a1cbad94-15c5-43ec-80dc-0886533afca6" providerId="AD" clId="Web-{CB033201-FB0B-29B2-C159-484A210CD10B}"/>
    <pc:docChg chg="addSld delSld modSld sldOrd">
      <pc:chgData name="Mueller, Christopher J" userId="S::gu5423zh@go.minnstate.edu::a1cbad94-15c5-43ec-80dc-0886533afca6" providerId="AD" clId="Web-{CB033201-FB0B-29B2-C159-484A210CD10B}" dt="2023-11-16T20:29:31.664" v="40" actId="1076"/>
      <pc:docMkLst>
        <pc:docMk/>
      </pc:docMkLst>
      <pc:sldChg chg="modSp">
        <pc:chgData name="Mueller, Christopher J" userId="S::gu5423zh@go.minnstate.edu::a1cbad94-15c5-43ec-80dc-0886533afca6" providerId="AD" clId="Web-{CB033201-FB0B-29B2-C159-484A210CD10B}" dt="2023-11-16T20:24:37.617" v="14" actId="20577"/>
        <pc:sldMkLst>
          <pc:docMk/>
          <pc:sldMk cId="1703823200" sldId="272"/>
        </pc:sldMkLst>
        <pc:spChg chg="mod">
          <ac:chgData name="Mueller, Christopher J" userId="S::gu5423zh@go.minnstate.edu::a1cbad94-15c5-43ec-80dc-0886533afca6" providerId="AD" clId="Web-{CB033201-FB0B-29B2-C159-484A210CD10B}" dt="2023-11-16T20:24:37.617" v="14" actId="20577"/>
          <ac:spMkLst>
            <pc:docMk/>
            <pc:sldMk cId="1703823200" sldId="272"/>
            <ac:spMk id="3" creationId="{0A9DF5F6-4CCF-6672-1F72-FA83E4BE0AE2}"/>
          </ac:spMkLst>
        </pc:spChg>
      </pc:sldChg>
      <pc:sldChg chg="modSp ord">
        <pc:chgData name="Mueller, Christopher J" userId="S::gu5423zh@go.minnstate.edu::a1cbad94-15c5-43ec-80dc-0886533afca6" providerId="AD" clId="Web-{CB033201-FB0B-29B2-C159-484A210CD10B}" dt="2023-11-16T20:25:44.757" v="24" actId="20577"/>
        <pc:sldMkLst>
          <pc:docMk/>
          <pc:sldMk cId="2093926836" sldId="275"/>
        </pc:sldMkLst>
        <pc:spChg chg="mod">
          <ac:chgData name="Mueller, Christopher J" userId="S::gu5423zh@go.minnstate.edu::a1cbad94-15c5-43ec-80dc-0886533afca6" providerId="AD" clId="Web-{CB033201-FB0B-29B2-C159-484A210CD10B}" dt="2023-11-16T20:25:44.757" v="24" actId="20577"/>
          <ac:spMkLst>
            <pc:docMk/>
            <pc:sldMk cId="2093926836" sldId="275"/>
            <ac:spMk id="3" creationId="{2A094474-8604-29A3-AD38-ED98F4302B12}"/>
          </ac:spMkLst>
        </pc:spChg>
      </pc:sldChg>
      <pc:sldChg chg="delSp modSp">
        <pc:chgData name="Mueller, Christopher J" userId="S::gu5423zh@go.minnstate.edu::a1cbad94-15c5-43ec-80dc-0886533afca6" providerId="AD" clId="Web-{CB033201-FB0B-29B2-C159-484A210CD10B}" dt="2023-11-16T20:25:53.414" v="25" actId="14100"/>
        <pc:sldMkLst>
          <pc:docMk/>
          <pc:sldMk cId="4140244896" sldId="276"/>
        </pc:sldMkLst>
        <pc:picChg chg="mod">
          <ac:chgData name="Mueller, Christopher J" userId="S::gu5423zh@go.minnstate.edu::a1cbad94-15c5-43ec-80dc-0886533afca6" providerId="AD" clId="Web-{CB033201-FB0B-29B2-C159-484A210CD10B}" dt="2023-11-16T20:25:53.414" v="25" actId="14100"/>
          <ac:picMkLst>
            <pc:docMk/>
            <pc:sldMk cId="4140244896" sldId="276"/>
            <ac:picMk id="4" creationId="{D56F2774-F392-C7E5-0726-B57ECBF70ECD}"/>
          </ac:picMkLst>
        </pc:picChg>
        <pc:picChg chg="mod">
          <ac:chgData name="Mueller, Christopher J" userId="S::gu5423zh@go.minnstate.edu::a1cbad94-15c5-43ec-80dc-0886533afca6" providerId="AD" clId="Web-{CB033201-FB0B-29B2-C159-484A210CD10B}" dt="2023-11-16T20:22:57.164" v="7" actId="1076"/>
          <ac:picMkLst>
            <pc:docMk/>
            <pc:sldMk cId="4140244896" sldId="276"/>
            <ac:picMk id="6" creationId="{0E75B015-25DD-BDF5-C9F2-676967632F88}"/>
          </ac:picMkLst>
        </pc:picChg>
        <pc:picChg chg="mod">
          <ac:chgData name="Mueller, Christopher J" userId="S::gu5423zh@go.minnstate.edu::a1cbad94-15c5-43ec-80dc-0886533afca6" providerId="AD" clId="Web-{CB033201-FB0B-29B2-C159-484A210CD10B}" dt="2023-11-16T20:23:11.539" v="10" actId="1076"/>
          <ac:picMkLst>
            <pc:docMk/>
            <pc:sldMk cId="4140244896" sldId="276"/>
            <ac:picMk id="7" creationId="{6B20DED0-04FE-0BE0-D477-44CD4F8615CD}"/>
          </ac:picMkLst>
        </pc:picChg>
        <pc:picChg chg="del">
          <ac:chgData name="Mueller, Christopher J" userId="S::gu5423zh@go.minnstate.edu::a1cbad94-15c5-43ec-80dc-0886533afca6" providerId="AD" clId="Web-{CB033201-FB0B-29B2-C159-484A210CD10B}" dt="2023-11-16T20:21:39.101" v="0"/>
          <ac:picMkLst>
            <pc:docMk/>
            <pc:sldMk cId="4140244896" sldId="276"/>
            <ac:picMk id="8" creationId="{3B87C684-EA65-325B-530A-3946BDD656CE}"/>
          </ac:picMkLst>
        </pc:picChg>
      </pc:sldChg>
      <pc:sldChg chg="delSp modSp add del">
        <pc:chgData name="Mueller, Christopher J" userId="S::gu5423zh@go.minnstate.edu::a1cbad94-15c5-43ec-80dc-0886533afca6" providerId="AD" clId="Web-{CB033201-FB0B-29B2-C159-484A210CD10B}" dt="2023-11-16T20:26:19.164" v="29" actId="20577"/>
        <pc:sldMkLst>
          <pc:docMk/>
          <pc:sldMk cId="3600432080" sldId="277"/>
        </pc:sldMkLst>
        <pc:spChg chg="mod">
          <ac:chgData name="Mueller, Christopher J" userId="S::gu5423zh@go.minnstate.edu::a1cbad94-15c5-43ec-80dc-0886533afca6" providerId="AD" clId="Web-{CB033201-FB0B-29B2-C159-484A210CD10B}" dt="2023-11-16T20:26:19.164" v="29" actId="20577"/>
          <ac:spMkLst>
            <pc:docMk/>
            <pc:sldMk cId="3600432080" sldId="277"/>
            <ac:spMk id="3" creationId="{199E3704-7A58-C37A-119A-9FB15CCB6A42}"/>
          </ac:spMkLst>
        </pc:spChg>
        <pc:picChg chg="mod">
          <ac:chgData name="Mueller, Christopher J" userId="S::gu5423zh@go.minnstate.edu::a1cbad94-15c5-43ec-80dc-0886533afca6" providerId="AD" clId="Web-{CB033201-FB0B-29B2-C159-484A210CD10B}" dt="2023-11-16T20:22:49.523" v="6" actId="14100"/>
          <ac:picMkLst>
            <pc:docMk/>
            <pc:sldMk cId="3600432080" sldId="277"/>
            <ac:picMk id="4" creationId="{4D0F735E-9197-FF48-BD5E-1368D2F1879E}"/>
          </ac:picMkLst>
        </pc:picChg>
        <pc:picChg chg="del">
          <ac:chgData name="Mueller, Christopher J" userId="S::gu5423zh@go.minnstate.edu::a1cbad94-15c5-43ec-80dc-0886533afca6" providerId="AD" clId="Web-{CB033201-FB0B-29B2-C159-484A210CD10B}" dt="2023-11-16T20:22:42.773" v="4"/>
          <ac:picMkLst>
            <pc:docMk/>
            <pc:sldMk cId="3600432080" sldId="277"/>
            <ac:picMk id="5" creationId="{4E93F0F0-720A-FC05-6B98-EDAF2BFA84EF}"/>
          </ac:picMkLst>
        </pc:picChg>
      </pc:sldChg>
      <pc:sldChg chg="modSp">
        <pc:chgData name="Mueller, Christopher J" userId="S::gu5423zh@go.minnstate.edu::a1cbad94-15c5-43ec-80dc-0886533afca6" providerId="AD" clId="Web-{CB033201-FB0B-29B2-C159-484A210CD10B}" dt="2023-11-16T20:27:31.148" v="33" actId="20577"/>
        <pc:sldMkLst>
          <pc:docMk/>
          <pc:sldMk cId="3137054860" sldId="278"/>
        </pc:sldMkLst>
        <pc:spChg chg="mod">
          <ac:chgData name="Mueller, Christopher J" userId="S::gu5423zh@go.minnstate.edu::a1cbad94-15c5-43ec-80dc-0886533afca6" providerId="AD" clId="Web-{CB033201-FB0B-29B2-C159-484A210CD10B}" dt="2023-11-16T20:27:31.148" v="33" actId="20577"/>
          <ac:spMkLst>
            <pc:docMk/>
            <pc:sldMk cId="3137054860" sldId="278"/>
            <ac:spMk id="2" creationId="{B01D6213-B3C4-E94E-D81A-920EA082E669}"/>
          </ac:spMkLst>
        </pc:spChg>
        <pc:spChg chg="mod">
          <ac:chgData name="Mueller, Christopher J" userId="S::gu5423zh@go.minnstate.edu::a1cbad94-15c5-43ec-80dc-0886533afca6" providerId="AD" clId="Web-{CB033201-FB0B-29B2-C159-484A210CD10B}" dt="2023-11-16T20:26:34.414" v="31" actId="20577"/>
          <ac:spMkLst>
            <pc:docMk/>
            <pc:sldMk cId="3137054860" sldId="278"/>
            <ac:spMk id="3" creationId="{01AC383E-046E-34B6-716C-A5118D388C0F}"/>
          </ac:spMkLst>
        </pc:spChg>
        <pc:picChg chg="mod">
          <ac:chgData name="Mueller, Christopher J" userId="S::gu5423zh@go.minnstate.edu::a1cbad94-15c5-43ec-80dc-0886533afca6" providerId="AD" clId="Web-{CB033201-FB0B-29B2-C159-484A210CD10B}" dt="2023-11-16T20:23:30.757" v="11" actId="14100"/>
          <ac:picMkLst>
            <pc:docMk/>
            <pc:sldMk cId="3137054860" sldId="278"/>
            <ac:picMk id="7" creationId="{81114EAA-F3E3-C870-E1C3-6FE49FD1AC73}"/>
          </ac:picMkLst>
        </pc:picChg>
      </pc:sldChg>
      <pc:sldChg chg="modSp">
        <pc:chgData name="Mueller, Christopher J" userId="S::gu5423zh@go.minnstate.edu::a1cbad94-15c5-43ec-80dc-0886533afca6" providerId="AD" clId="Web-{CB033201-FB0B-29B2-C159-484A210CD10B}" dt="2023-11-16T20:29:31.664" v="40" actId="1076"/>
        <pc:sldMkLst>
          <pc:docMk/>
          <pc:sldMk cId="237598776" sldId="288"/>
        </pc:sldMkLst>
        <pc:picChg chg="mod">
          <ac:chgData name="Mueller, Christopher J" userId="S::gu5423zh@go.minnstate.edu::a1cbad94-15c5-43ec-80dc-0886533afca6" providerId="AD" clId="Web-{CB033201-FB0B-29B2-C159-484A210CD10B}" dt="2023-11-16T20:29:13.430" v="34" actId="1076"/>
          <ac:picMkLst>
            <pc:docMk/>
            <pc:sldMk cId="237598776" sldId="288"/>
            <ac:picMk id="8" creationId="{4E3AAC09-2506-2B4B-7EAB-4510427E5D0F}"/>
          </ac:picMkLst>
        </pc:picChg>
        <pc:picChg chg="mod">
          <ac:chgData name="Mueller, Christopher J" userId="S::gu5423zh@go.minnstate.edu::a1cbad94-15c5-43ec-80dc-0886533afca6" providerId="AD" clId="Web-{CB033201-FB0B-29B2-C159-484A210CD10B}" dt="2023-11-16T20:29:23.492" v="37" actId="1076"/>
          <ac:picMkLst>
            <pc:docMk/>
            <pc:sldMk cId="237598776" sldId="288"/>
            <ac:picMk id="10" creationId="{00A38EBC-A2A3-4448-DFB7-052798D5E261}"/>
          </ac:picMkLst>
        </pc:picChg>
        <pc:picChg chg="mod">
          <ac:chgData name="Mueller, Christopher J" userId="S::gu5423zh@go.minnstate.edu::a1cbad94-15c5-43ec-80dc-0886533afca6" providerId="AD" clId="Web-{CB033201-FB0B-29B2-C159-484A210CD10B}" dt="2023-11-16T20:29:19.195" v="36" actId="1076"/>
          <ac:picMkLst>
            <pc:docMk/>
            <pc:sldMk cId="237598776" sldId="288"/>
            <ac:picMk id="12" creationId="{7F51DC2A-08E2-B0C2-E8EC-4735FEE07956}"/>
          </ac:picMkLst>
        </pc:picChg>
        <pc:picChg chg="mod">
          <ac:chgData name="Mueller, Christopher J" userId="S::gu5423zh@go.minnstate.edu::a1cbad94-15c5-43ec-80dc-0886533afca6" providerId="AD" clId="Web-{CB033201-FB0B-29B2-C159-484A210CD10B}" dt="2023-11-16T20:29:31.664" v="40" actId="1076"/>
          <ac:picMkLst>
            <pc:docMk/>
            <pc:sldMk cId="237598776" sldId="288"/>
            <ac:picMk id="14" creationId="{A8F66854-5DF9-67EF-A027-CD647CB90B16}"/>
          </ac:picMkLst>
        </pc:picChg>
      </pc:sldChg>
    </pc:docChg>
  </pc:docChgLst>
  <pc:docChgLst>
    <pc:chgData name="Ojullu, Glory L" userId="S::cd8457ax@go.minnstate.edu::cfbd8ff1-c490-4ff0-a649-7540fea5d008" providerId="AD" clId="Web-{B6862A31-A651-EC16-2E60-8E03A4E236C4}"/>
    <pc:docChg chg="modSld">
      <pc:chgData name="Ojullu, Glory L" userId="S::cd8457ax@go.minnstate.edu::cfbd8ff1-c490-4ff0-a649-7540fea5d008" providerId="AD" clId="Web-{B6862A31-A651-EC16-2E60-8E03A4E236C4}" dt="2023-11-27T15:42:58.135" v="1" actId="20577"/>
      <pc:docMkLst>
        <pc:docMk/>
      </pc:docMkLst>
      <pc:sldChg chg="modSp">
        <pc:chgData name="Ojullu, Glory L" userId="S::cd8457ax@go.minnstate.edu::cfbd8ff1-c490-4ff0-a649-7540fea5d008" providerId="AD" clId="Web-{B6862A31-A651-EC16-2E60-8E03A4E236C4}" dt="2023-11-27T15:42:58.135" v="1" actId="20577"/>
        <pc:sldMkLst>
          <pc:docMk/>
          <pc:sldMk cId="595773275" sldId="273"/>
        </pc:sldMkLst>
        <pc:spChg chg="mod">
          <ac:chgData name="Ojullu, Glory L" userId="S::cd8457ax@go.minnstate.edu::cfbd8ff1-c490-4ff0-a649-7540fea5d008" providerId="AD" clId="Web-{B6862A31-A651-EC16-2E60-8E03A4E236C4}" dt="2023-11-27T15:42:58.135" v="1" actId="20577"/>
          <ac:spMkLst>
            <pc:docMk/>
            <pc:sldMk cId="595773275" sldId="273"/>
            <ac:spMk id="2" creationId="{9B70E854-99BC-0B4C-5FD2-CBC70E64E990}"/>
          </ac:spMkLst>
        </pc:spChg>
      </pc:sldChg>
    </pc:docChg>
  </pc:docChgLst>
  <pc:docChgLst>
    <pc:chgData name="Sanjel, Deepshikha" userId="S::nw7946fy@go.minnstate.edu::4f575c0f-7e5e-44e7-8457-7435b908ef8d" providerId="AD" clId="Web-{9281243D-C9C5-49DA-8A84-52B3120B13D1}"/>
    <pc:docChg chg="addSld delSld modSld sldOrd">
      <pc:chgData name="Sanjel, Deepshikha" userId="S::nw7946fy@go.minnstate.edu::4f575c0f-7e5e-44e7-8457-7435b908ef8d" providerId="AD" clId="Web-{9281243D-C9C5-49DA-8A84-52B3120B13D1}" dt="2023-11-16T01:12:18.170" v="190" actId="20577"/>
      <pc:docMkLst>
        <pc:docMk/>
      </pc:docMkLst>
      <pc:sldChg chg="addSp delSp modSp mod setBg addAnim delAnim">
        <pc:chgData name="Sanjel, Deepshikha" userId="S::nw7946fy@go.minnstate.edu::4f575c0f-7e5e-44e7-8457-7435b908ef8d" providerId="AD" clId="Web-{9281243D-C9C5-49DA-8A84-52B3120B13D1}" dt="2023-11-16T01:12:18.170" v="190" actId="20577"/>
        <pc:sldMkLst>
          <pc:docMk/>
          <pc:sldMk cId="109857222" sldId="256"/>
        </pc:sldMkLst>
        <pc:spChg chg="mod">
          <ac:chgData name="Sanjel, Deepshikha" userId="S::nw7946fy@go.minnstate.edu::4f575c0f-7e5e-44e7-8457-7435b908ef8d" providerId="AD" clId="Web-{9281243D-C9C5-49DA-8A84-52B3120B13D1}" dt="2023-11-16T00:26:37.977" v="39"/>
          <ac:spMkLst>
            <pc:docMk/>
            <pc:sldMk cId="109857222" sldId="256"/>
            <ac:spMk id="2" creationId="{00000000-0000-0000-0000-000000000000}"/>
          </ac:spMkLst>
        </pc:spChg>
        <pc:spChg chg="mod">
          <ac:chgData name="Sanjel, Deepshikha" userId="S::nw7946fy@go.minnstate.edu::4f575c0f-7e5e-44e7-8457-7435b908ef8d" providerId="AD" clId="Web-{9281243D-C9C5-49DA-8A84-52B3120B13D1}" dt="2023-11-16T01:12:18.170" v="190" actId="20577"/>
          <ac:spMkLst>
            <pc:docMk/>
            <pc:sldMk cId="109857222" sldId="256"/>
            <ac:spMk id="3" creationId="{00000000-0000-0000-0000-000000000000}"/>
          </ac:spMkLst>
        </pc:spChg>
        <pc:spChg chg="add del">
          <ac:chgData name="Sanjel, Deepshikha" userId="S::nw7946fy@go.minnstate.edu::4f575c0f-7e5e-44e7-8457-7435b908ef8d" providerId="AD" clId="Web-{9281243D-C9C5-49DA-8A84-52B3120B13D1}" dt="2023-11-16T00:26:37.977" v="39"/>
          <ac:spMkLst>
            <pc:docMk/>
            <pc:sldMk cId="109857222" sldId="256"/>
            <ac:spMk id="9" creationId="{D3F13AAF-525E-4953-A67E-7B34FDB4D899}"/>
          </ac:spMkLst>
        </pc:spChg>
        <pc:spChg chg="add del">
          <ac:chgData name="Sanjel, Deepshikha" userId="S::nw7946fy@go.minnstate.edu::4f575c0f-7e5e-44e7-8457-7435b908ef8d" providerId="AD" clId="Web-{9281243D-C9C5-49DA-8A84-52B3120B13D1}" dt="2023-11-16T00:26:31.336" v="30"/>
          <ac:spMkLst>
            <pc:docMk/>
            <pc:sldMk cId="109857222" sldId="256"/>
            <ac:spMk id="16" creationId="{3011B0B3-5679-4759-90B8-3B908C4CBD21}"/>
          </ac:spMkLst>
        </pc:spChg>
        <pc:spChg chg="add del">
          <ac:chgData name="Sanjel, Deepshikha" userId="S::nw7946fy@go.minnstate.edu::4f575c0f-7e5e-44e7-8457-7435b908ef8d" providerId="AD" clId="Web-{9281243D-C9C5-49DA-8A84-52B3120B13D1}" dt="2023-11-16T00:26:33.305" v="34"/>
          <ac:spMkLst>
            <pc:docMk/>
            <pc:sldMk cId="109857222" sldId="256"/>
            <ac:spMk id="29" creationId="{3011B0B3-5679-4759-90B8-3B908C4CBD21}"/>
          </ac:spMkLst>
        </pc:spChg>
        <pc:spChg chg="add del">
          <ac:chgData name="Sanjel, Deepshikha" userId="S::nw7946fy@go.minnstate.edu::4f575c0f-7e5e-44e7-8457-7435b908ef8d" providerId="AD" clId="Web-{9281243D-C9C5-49DA-8A84-52B3120B13D1}" dt="2023-11-16T00:26:35.727" v="36"/>
          <ac:spMkLst>
            <pc:docMk/>
            <pc:sldMk cId="109857222" sldId="256"/>
            <ac:spMk id="32" creationId="{0FA27539-4286-4FA8-9DA6-7CF237447C8D}"/>
          </ac:spMkLst>
        </pc:spChg>
        <pc:spChg chg="add del">
          <ac:chgData name="Sanjel, Deepshikha" userId="S::nw7946fy@go.minnstate.edu::4f575c0f-7e5e-44e7-8457-7435b908ef8d" providerId="AD" clId="Web-{9281243D-C9C5-49DA-8A84-52B3120B13D1}" dt="2023-11-16T00:26:37.961" v="38"/>
          <ac:spMkLst>
            <pc:docMk/>
            <pc:sldMk cId="109857222" sldId="256"/>
            <ac:spMk id="35" creationId="{05B1B8CD-A03A-416C-BB71-53F9ABD40962}"/>
          </ac:spMkLst>
        </pc:spChg>
        <pc:spChg chg="add">
          <ac:chgData name="Sanjel, Deepshikha" userId="S::nw7946fy@go.minnstate.edu::4f575c0f-7e5e-44e7-8457-7435b908ef8d" providerId="AD" clId="Web-{9281243D-C9C5-49DA-8A84-52B3120B13D1}" dt="2023-11-16T00:26:37.977" v="39"/>
          <ac:spMkLst>
            <pc:docMk/>
            <pc:sldMk cId="109857222" sldId="256"/>
            <ac:spMk id="38" creationId="{42EC32AE-E4F8-4BC6-BEF2-B48BDD157D3F}"/>
          </ac:spMkLst>
        </pc:spChg>
        <pc:grpChg chg="add del">
          <ac:chgData name="Sanjel, Deepshikha" userId="S::nw7946fy@go.minnstate.edu::4f575c0f-7e5e-44e7-8457-7435b908ef8d" providerId="AD" clId="Web-{9281243D-C9C5-49DA-8A84-52B3120B13D1}" dt="2023-11-16T00:26:33.305" v="34"/>
          <ac:grpSpMkLst>
            <pc:docMk/>
            <pc:sldMk cId="109857222" sldId="256"/>
            <ac:grpSpMk id="30" creationId="{CC4B73F9-3B77-44E1-9FEF-DF7021F412C0}"/>
          </ac:grpSpMkLst>
        </pc:grpChg>
        <pc:picChg chg="mod ord">
          <ac:chgData name="Sanjel, Deepshikha" userId="S::nw7946fy@go.minnstate.edu::4f575c0f-7e5e-44e7-8457-7435b908ef8d" providerId="AD" clId="Web-{9281243D-C9C5-49DA-8A84-52B3120B13D1}" dt="2023-11-16T00:26:37.977" v="39"/>
          <ac:picMkLst>
            <pc:docMk/>
            <pc:sldMk cId="109857222" sldId="256"/>
            <ac:picMk id="4" creationId="{1EBFD0D5-5B49-89A1-78D4-76EE9E6D9466}"/>
          </ac:picMkLst>
        </pc:picChg>
        <pc:picChg chg="add del mod modCrop">
          <ac:chgData name="Sanjel, Deepshikha" userId="S::nw7946fy@go.minnstate.edu::4f575c0f-7e5e-44e7-8457-7435b908ef8d" providerId="AD" clId="Web-{9281243D-C9C5-49DA-8A84-52B3120B13D1}" dt="2023-11-16T00:26:17.288" v="25"/>
          <ac:picMkLst>
            <pc:docMk/>
            <pc:sldMk cId="109857222" sldId="256"/>
            <ac:picMk id="5" creationId="{10392168-D5A0-D55C-1EFC-6766FAAC3C58}"/>
          </ac:picMkLst>
        </pc:picChg>
        <pc:picChg chg="add mod">
          <ac:chgData name="Sanjel, Deepshikha" userId="S::nw7946fy@go.minnstate.edu::4f575c0f-7e5e-44e7-8457-7435b908ef8d" providerId="AD" clId="Web-{9281243D-C9C5-49DA-8A84-52B3120B13D1}" dt="2023-11-16T00:26:37.977" v="39"/>
          <ac:picMkLst>
            <pc:docMk/>
            <pc:sldMk cId="109857222" sldId="256"/>
            <ac:picMk id="6" creationId="{C6CC6972-4BAE-CAF5-15D5-273C0591ADA2}"/>
          </ac:picMkLst>
        </pc:picChg>
        <pc:cxnChg chg="add del">
          <ac:chgData name="Sanjel, Deepshikha" userId="S::nw7946fy@go.minnstate.edu::4f575c0f-7e5e-44e7-8457-7435b908ef8d" providerId="AD" clId="Web-{9281243D-C9C5-49DA-8A84-52B3120B13D1}" dt="2023-11-16T00:26:37.977" v="39"/>
          <ac:cxnSpMkLst>
            <pc:docMk/>
            <pc:sldMk cId="109857222" sldId="256"/>
            <ac:cxnSpMk id="11" creationId="{32E97E5C-7A5F-424E-AAE4-654396E90799}"/>
          </ac:cxnSpMkLst>
        </pc:cxnChg>
        <pc:cxnChg chg="add del">
          <ac:chgData name="Sanjel, Deepshikha" userId="S::nw7946fy@go.minnstate.edu::4f575c0f-7e5e-44e7-8457-7435b908ef8d" providerId="AD" clId="Web-{9281243D-C9C5-49DA-8A84-52B3120B13D1}" dt="2023-11-16T00:26:31.336" v="30"/>
          <ac:cxnSpMkLst>
            <pc:docMk/>
            <pc:sldMk cId="109857222" sldId="256"/>
            <ac:cxnSpMk id="18" creationId="{0732F330-65C0-4C4B-A237-22DEFC8CBBC8}"/>
          </ac:cxnSpMkLst>
        </pc:cxnChg>
        <pc:cxnChg chg="add del">
          <ac:chgData name="Sanjel, Deepshikha" userId="S::nw7946fy@go.minnstate.edu::4f575c0f-7e5e-44e7-8457-7435b908ef8d" providerId="AD" clId="Web-{9281243D-C9C5-49DA-8A84-52B3120B13D1}" dt="2023-11-16T00:26:35.727" v="36"/>
          <ac:cxnSpMkLst>
            <pc:docMk/>
            <pc:sldMk cId="109857222" sldId="256"/>
            <ac:cxnSpMk id="33" creationId="{B1DE53FA-F3D0-4B47-A60D-F5606F3D713B}"/>
          </ac:cxnSpMkLst>
        </pc:cxnChg>
        <pc:cxnChg chg="add del">
          <ac:chgData name="Sanjel, Deepshikha" userId="S::nw7946fy@go.minnstate.edu::4f575c0f-7e5e-44e7-8457-7435b908ef8d" providerId="AD" clId="Web-{9281243D-C9C5-49DA-8A84-52B3120B13D1}" dt="2023-11-16T00:26:37.961" v="38"/>
          <ac:cxnSpMkLst>
            <pc:docMk/>
            <pc:sldMk cId="109857222" sldId="256"/>
            <ac:cxnSpMk id="36" creationId="{32E97E5C-7A5F-424E-AAE4-654396E90799}"/>
          </ac:cxnSpMkLst>
        </pc:cxnChg>
        <pc:cxnChg chg="add">
          <ac:chgData name="Sanjel, Deepshikha" userId="S::nw7946fy@go.minnstate.edu::4f575c0f-7e5e-44e7-8457-7435b908ef8d" providerId="AD" clId="Web-{9281243D-C9C5-49DA-8A84-52B3120B13D1}" dt="2023-11-16T00:26:37.977" v="39"/>
          <ac:cxnSpMkLst>
            <pc:docMk/>
            <pc:sldMk cId="109857222" sldId="256"/>
            <ac:cxnSpMk id="39" creationId="{ADAB51E2-65F2-4999-95CC-798DEA236B97}"/>
          </ac:cxnSpMkLst>
        </pc:cxnChg>
      </pc:sldChg>
      <pc:sldChg chg="addSp modSp">
        <pc:chgData name="Sanjel, Deepshikha" userId="S::nw7946fy@go.minnstate.edu::4f575c0f-7e5e-44e7-8457-7435b908ef8d" providerId="AD" clId="Web-{9281243D-C9C5-49DA-8A84-52B3120B13D1}" dt="2023-11-16T00:22:24.155" v="5" actId="1076"/>
        <pc:sldMkLst>
          <pc:docMk/>
          <pc:sldMk cId="3960386166" sldId="258"/>
        </pc:sldMkLst>
        <pc:picChg chg="add mod">
          <ac:chgData name="Sanjel, Deepshikha" userId="S::nw7946fy@go.minnstate.edu::4f575c0f-7e5e-44e7-8457-7435b908ef8d" providerId="AD" clId="Web-{9281243D-C9C5-49DA-8A84-52B3120B13D1}" dt="2023-11-16T00:22:24.155" v="5" actId="1076"/>
          <ac:picMkLst>
            <pc:docMk/>
            <pc:sldMk cId="3960386166" sldId="258"/>
            <ac:picMk id="4" creationId="{C0A330A8-E53E-27EE-D416-33425B33A7B4}"/>
          </ac:picMkLst>
        </pc:picChg>
      </pc:sldChg>
      <pc:sldChg chg="modSp">
        <pc:chgData name="Sanjel, Deepshikha" userId="S::nw7946fy@go.minnstate.edu::4f575c0f-7e5e-44e7-8457-7435b908ef8d" providerId="AD" clId="Web-{9281243D-C9C5-49DA-8A84-52B3120B13D1}" dt="2023-11-16T00:20:58.824" v="3" actId="20577"/>
        <pc:sldMkLst>
          <pc:docMk/>
          <pc:sldMk cId="2889270383" sldId="259"/>
        </pc:sldMkLst>
        <pc:spChg chg="mod">
          <ac:chgData name="Sanjel, Deepshikha" userId="S::nw7946fy@go.minnstate.edu::4f575c0f-7e5e-44e7-8457-7435b908ef8d" providerId="AD" clId="Web-{9281243D-C9C5-49DA-8A84-52B3120B13D1}" dt="2023-11-16T00:20:58.824" v="3" actId="20577"/>
          <ac:spMkLst>
            <pc:docMk/>
            <pc:sldMk cId="2889270383" sldId="259"/>
            <ac:spMk id="2" creationId="{3565721A-0E0E-9EF7-05CD-9408FA459FF0}"/>
          </ac:spMkLst>
        </pc:spChg>
      </pc:sldChg>
      <pc:sldChg chg="addSp modSp">
        <pc:chgData name="Sanjel, Deepshikha" userId="S::nw7946fy@go.minnstate.edu::4f575c0f-7e5e-44e7-8457-7435b908ef8d" providerId="AD" clId="Web-{9281243D-C9C5-49DA-8A84-52B3120B13D1}" dt="2023-11-16T00:48:01.430" v="140" actId="1076"/>
        <pc:sldMkLst>
          <pc:docMk/>
          <pc:sldMk cId="3903181308" sldId="260"/>
        </pc:sldMkLst>
        <pc:picChg chg="add mod">
          <ac:chgData name="Sanjel, Deepshikha" userId="S::nw7946fy@go.minnstate.edu::4f575c0f-7e5e-44e7-8457-7435b908ef8d" providerId="AD" clId="Web-{9281243D-C9C5-49DA-8A84-52B3120B13D1}" dt="2023-11-16T00:48:01.430" v="140" actId="1076"/>
          <ac:picMkLst>
            <pc:docMk/>
            <pc:sldMk cId="3903181308" sldId="260"/>
            <ac:picMk id="3" creationId="{C341F6A1-393D-AFFF-2B47-9E569C220B6C}"/>
          </ac:picMkLst>
        </pc:picChg>
      </pc:sldChg>
      <pc:sldChg chg="addSp modSp">
        <pc:chgData name="Sanjel, Deepshikha" userId="S::nw7946fy@go.minnstate.edu::4f575c0f-7e5e-44e7-8457-7435b908ef8d" providerId="AD" clId="Web-{9281243D-C9C5-49DA-8A84-52B3120B13D1}" dt="2023-11-16T00:49:32.995" v="143" actId="1076"/>
        <pc:sldMkLst>
          <pc:docMk/>
          <pc:sldMk cId="2314627008" sldId="262"/>
        </pc:sldMkLst>
        <pc:picChg chg="add mod">
          <ac:chgData name="Sanjel, Deepshikha" userId="S::nw7946fy@go.minnstate.edu::4f575c0f-7e5e-44e7-8457-7435b908ef8d" providerId="AD" clId="Web-{9281243D-C9C5-49DA-8A84-52B3120B13D1}" dt="2023-11-16T00:49:32.995" v="143" actId="1076"/>
          <ac:picMkLst>
            <pc:docMk/>
            <pc:sldMk cId="2314627008" sldId="262"/>
            <ac:picMk id="3" creationId="{ECD3D53E-0174-8681-A6F5-9E231DB63323}"/>
          </ac:picMkLst>
        </pc:picChg>
      </pc:sldChg>
      <pc:sldChg chg="addSp delSp modSp">
        <pc:chgData name="Sanjel, Deepshikha" userId="S::nw7946fy@go.minnstate.edu::4f575c0f-7e5e-44e7-8457-7435b908ef8d" providerId="AD" clId="Web-{9281243D-C9C5-49DA-8A84-52B3120B13D1}" dt="2023-11-16T00:44:39.595" v="117"/>
        <pc:sldMkLst>
          <pc:docMk/>
          <pc:sldMk cId="4212760481" sldId="264"/>
        </pc:sldMkLst>
        <pc:picChg chg="add del mod">
          <ac:chgData name="Sanjel, Deepshikha" userId="S::nw7946fy@go.minnstate.edu::4f575c0f-7e5e-44e7-8457-7435b908ef8d" providerId="AD" clId="Web-{9281243D-C9C5-49DA-8A84-52B3120B13D1}" dt="2023-11-16T00:44:05.687" v="113"/>
          <ac:picMkLst>
            <pc:docMk/>
            <pc:sldMk cId="4212760481" sldId="264"/>
            <ac:picMk id="3" creationId="{6049C342-8553-ECE3-BDC4-58DE72BBEC05}"/>
          </ac:picMkLst>
        </pc:picChg>
        <pc:picChg chg="add del mod">
          <ac:chgData name="Sanjel, Deepshikha" userId="S::nw7946fy@go.minnstate.edu::4f575c0f-7e5e-44e7-8457-7435b908ef8d" providerId="AD" clId="Web-{9281243D-C9C5-49DA-8A84-52B3120B13D1}" dt="2023-11-16T00:44:39.595" v="117"/>
          <ac:picMkLst>
            <pc:docMk/>
            <pc:sldMk cId="4212760481" sldId="264"/>
            <ac:picMk id="5" creationId="{1ADB7206-651D-BFFB-ACA8-FF9745F963C9}"/>
          </ac:picMkLst>
        </pc:picChg>
      </pc:sldChg>
      <pc:sldChg chg="addSp modSp">
        <pc:chgData name="Sanjel, Deepshikha" userId="S::nw7946fy@go.minnstate.edu::4f575c0f-7e5e-44e7-8457-7435b908ef8d" providerId="AD" clId="Web-{9281243D-C9C5-49DA-8A84-52B3120B13D1}" dt="2023-11-16T00:43:30.951" v="111" actId="1076"/>
        <pc:sldMkLst>
          <pc:docMk/>
          <pc:sldMk cId="2700405408" sldId="266"/>
        </pc:sldMkLst>
        <pc:picChg chg="add mod">
          <ac:chgData name="Sanjel, Deepshikha" userId="S::nw7946fy@go.minnstate.edu::4f575c0f-7e5e-44e7-8457-7435b908ef8d" providerId="AD" clId="Web-{9281243D-C9C5-49DA-8A84-52B3120B13D1}" dt="2023-11-16T00:43:30.951" v="111" actId="1076"/>
          <ac:picMkLst>
            <pc:docMk/>
            <pc:sldMk cId="2700405408" sldId="266"/>
            <ac:picMk id="3" creationId="{2587C79A-B7DD-A533-BF4A-3EE177F20A9D}"/>
          </ac:picMkLst>
        </pc:picChg>
      </pc:sldChg>
      <pc:sldChg chg="addSp modSp">
        <pc:chgData name="Sanjel, Deepshikha" userId="S::nw7946fy@go.minnstate.edu::4f575c0f-7e5e-44e7-8457-7435b908ef8d" providerId="AD" clId="Web-{9281243D-C9C5-49DA-8A84-52B3120B13D1}" dt="2023-11-16T00:43:13.060" v="108"/>
        <pc:sldMkLst>
          <pc:docMk/>
          <pc:sldMk cId="2893018387" sldId="268"/>
        </pc:sldMkLst>
        <pc:picChg chg="add mod">
          <ac:chgData name="Sanjel, Deepshikha" userId="S::nw7946fy@go.minnstate.edu::4f575c0f-7e5e-44e7-8457-7435b908ef8d" providerId="AD" clId="Web-{9281243D-C9C5-49DA-8A84-52B3120B13D1}" dt="2023-11-16T00:43:13.060" v="108"/>
          <ac:picMkLst>
            <pc:docMk/>
            <pc:sldMk cId="2893018387" sldId="268"/>
            <ac:picMk id="3" creationId="{66988EB1-D6A0-32C0-8DAB-3244060E5EF1}"/>
          </ac:picMkLst>
        </pc:picChg>
      </pc:sldChg>
      <pc:sldChg chg="addSp delSp modSp">
        <pc:chgData name="Sanjel, Deepshikha" userId="S::nw7946fy@go.minnstate.edu::4f575c0f-7e5e-44e7-8457-7435b908ef8d" providerId="AD" clId="Web-{9281243D-C9C5-49DA-8A84-52B3120B13D1}" dt="2023-11-16T00:45:19.252" v="121"/>
        <pc:sldMkLst>
          <pc:docMk/>
          <pc:sldMk cId="1905417968" sldId="270"/>
        </pc:sldMkLst>
        <pc:spChg chg="del">
          <ac:chgData name="Sanjel, Deepshikha" userId="S::nw7946fy@go.minnstate.edu::4f575c0f-7e5e-44e7-8457-7435b908ef8d" providerId="AD" clId="Web-{9281243D-C9C5-49DA-8A84-52B3120B13D1}" dt="2023-11-16T00:45:10.350" v="118"/>
          <ac:spMkLst>
            <pc:docMk/>
            <pc:sldMk cId="1905417968" sldId="270"/>
            <ac:spMk id="3" creationId="{52F5564A-C2B2-3082-00B8-5838CDC076F3}"/>
          </ac:spMkLst>
        </pc:spChg>
        <pc:spChg chg="add mod">
          <ac:chgData name="Sanjel, Deepshikha" userId="S::nw7946fy@go.minnstate.edu::4f575c0f-7e5e-44e7-8457-7435b908ef8d" providerId="AD" clId="Web-{9281243D-C9C5-49DA-8A84-52B3120B13D1}" dt="2023-11-16T00:45:19.252" v="121"/>
          <ac:spMkLst>
            <pc:docMk/>
            <pc:sldMk cId="1905417968" sldId="270"/>
            <ac:spMk id="6" creationId="{BDD822DC-5E0F-0EB7-2AB9-074A455306E5}"/>
          </ac:spMkLst>
        </pc:spChg>
        <pc:picChg chg="add del mod ord">
          <ac:chgData name="Sanjel, Deepshikha" userId="S::nw7946fy@go.minnstate.edu::4f575c0f-7e5e-44e7-8457-7435b908ef8d" providerId="AD" clId="Web-{9281243D-C9C5-49DA-8A84-52B3120B13D1}" dt="2023-11-16T00:45:19.252" v="121"/>
          <ac:picMkLst>
            <pc:docMk/>
            <pc:sldMk cId="1905417968" sldId="270"/>
            <ac:picMk id="4" creationId="{6B710AEF-A3F0-3D8C-21BD-C62022F414C5}"/>
          </ac:picMkLst>
        </pc:picChg>
      </pc:sldChg>
      <pc:sldChg chg="addSp delSp modSp mod setBg">
        <pc:chgData name="Sanjel, Deepshikha" userId="S::nw7946fy@go.minnstate.edu::4f575c0f-7e5e-44e7-8457-7435b908ef8d" providerId="AD" clId="Web-{9281243D-C9C5-49DA-8A84-52B3120B13D1}" dt="2023-11-16T00:31:56.082" v="53"/>
        <pc:sldMkLst>
          <pc:docMk/>
          <pc:sldMk cId="1703823200" sldId="272"/>
        </pc:sldMkLst>
        <pc:spChg chg="mod">
          <ac:chgData name="Sanjel, Deepshikha" userId="S::nw7946fy@go.minnstate.edu::4f575c0f-7e5e-44e7-8457-7435b908ef8d" providerId="AD" clId="Web-{9281243D-C9C5-49DA-8A84-52B3120B13D1}" dt="2023-11-16T00:31:56.082" v="53"/>
          <ac:spMkLst>
            <pc:docMk/>
            <pc:sldMk cId="1703823200" sldId="272"/>
            <ac:spMk id="2" creationId="{CA1EC5C4-F614-ED61-5F2D-F94151DBBD07}"/>
          </ac:spMkLst>
        </pc:spChg>
        <pc:spChg chg="mod">
          <ac:chgData name="Sanjel, Deepshikha" userId="S::nw7946fy@go.minnstate.edu::4f575c0f-7e5e-44e7-8457-7435b908ef8d" providerId="AD" clId="Web-{9281243D-C9C5-49DA-8A84-52B3120B13D1}" dt="2023-11-16T00:31:56.082" v="53"/>
          <ac:spMkLst>
            <pc:docMk/>
            <pc:sldMk cId="1703823200" sldId="272"/>
            <ac:spMk id="3" creationId="{0A9DF5F6-4CCF-6672-1F72-FA83E4BE0AE2}"/>
          </ac:spMkLst>
        </pc:spChg>
        <pc:spChg chg="add">
          <ac:chgData name="Sanjel, Deepshikha" userId="S::nw7946fy@go.minnstate.edu::4f575c0f-7e5e-44e7-8457-7435b908ef8d" providerId="AD" clId="Web-{9281243D-C9C5-49DA-8A84-52B3120B13D1}" dt="2023-11-16T00:31:56.082" v="53"/>
          <ac:spMkLst>
            <pc:docMk/>
            <pc:sldMk cId="1703823200" sldId="272"/>
            <ac:spMk id="12" creationId="{DB66C9CD-6BF4-44CA-8078-0BB819080761}"/>
          </ac:spMkLst>
        </pc:spChg>
        <pc:picChg chg="add del mod">
          <ac:chgData name="Sanjel, Deepshikha" userId="S::nw7946fy@go.minnstate.edu::4f575c0f-7e5e-44e7-8457-7435b908ef8d" providerId="AD" clId="Web-{9281243D-C9C5-49DA-8A84-52B3120B13D1}" dt="2023-11-16T00:27:53.745" v="42"/>
          <ac:picMkLst>
            <pc:docMk/>
            <pc:sldMk cId="1703823200" sldId="272"/>
            <ac:picMk id="4" creationId="{557C5368-4068-F78F-59C8-5D40C9D3E9D2}"/>
          </ac:picMkLst>
        </pc:picChg>
        <pc:picChg chg="add mod">
          <ac:chgData name="Sanjel, Deepshikha" userId="S::nw7946fy@go.minnstate.edu::4f575c0f-7e5e-44e7-8457-7435b908ef8d" providerId="AD" clId="Web-{9281243D-C9C5-49DA-8A84-52B3120B13D1}" dt="2023-11-16T00:31:56.082" v="53"/>
          <ac:picMkLst>
            <pc:docMk/>
            <pc:sldMk cId="1703823200" sldId="272"/>
            <ac:picMk id="5" creationId="{3AA2F805-8E18-CCA9-D850-C9EE2F728D54}"/>
          </ac:picMkLst>
        </pc:picChg>
        <pc:picChg chg="add del mod">
          <ac:chgData name="Sanjel, Deepshikha" userId="S::nw7946fy@go.minnstate.edu::4f575c0f-7e5e-44e7-8457-7435b908ef8d" providerId="AD" clId="Web-{9281243D-C9C5-49DA-8A84-52B3120B13D1}" dt="2023-11-16T00:31:48.988" v="50"/>
          <ac:picMkLst>
            <pc:docMk/>
            <pc:sldMk cId="1703823200" sldId="272"/>
            <ac:picMk id="6" creationId="{051B060D-6A0F-FF1A-5D91-B64A48A4CFEA}"/>
          </ac:picMkLst>
        </pc:picChg>
        <pc:picChg chg="add mod">
          <ac:chgData name="Sanjel, Deepshikha" userId="S::nw7946fy@go.minnstate.edu::4f575c0f-7e5e-44e7-8457-7435b908ef8d" providerId="AD" clId="Web-{9281243D-C9C5-49DA-8A84-52B3120B13D1}" dt="2023-11-16T00:31:56.082" v="53"/>
          <ac:picMkLst>
            <pc:docMk/>
            <pc:sldMk cId="1703823200" sldId="272"/>
            <ac:picMk id="7" creationId="{DF522EDE-D474-C7D4-FC49-04DC0A02D3CC}"/>
          </ac:picMkLst>
        </pc:picChg>
        <pc:cxnChg chg="add">
          <ac:chgData name="Sanjel, Deepshikha" userId="S::nw7946fy@go.minnstate.edu::4f575c0f-7e5e-44e7-8457-7435b908ef8d" providerId="AD" clId="Web-{9281243D-C9C5-49DA-8A84-52B3120B13D1}" dt="2023-11-16T00:31:56.082" v="53"/>
          <ac:cxnSpMkLst>
            <pc:docMk/>
            <pc:sldMk cId="1703823200" sldId="272"/>
            <ac:cxnSpMk id="14" creationId="{CC9CF63D-A2A3-4ECF-BC53-4B0D56918FB4}"/>
          </ac:cxnSpMkLst>
        </pc:cxnChg>
      </pc:sldChg>
      <pc:sldChg chg="addSp modSp ord">
        <pc:chgData name="Sanjel, Deepshikha" userId="S::nw7946fy@go.minnstate.edu::4f575c0f-7e5e-44e7-8457-7435b908ef8d" providerId="AD" clId="Web-{9281243D-C9C5-49DA-8A84-52B3120B13D1}" dt="2023-11-16T01:06:40.517" v="145" actId="1076"/>
        <pc:sldMkLst>
          <pc:docMk/>
          <pc:sldMk cId="2093926836" sldId="275"/>
        </pc:sldMkLst>
        <pc:picChg chg="add mod">
          <ac:chgData name="Sanjel, Deepshikha" userId="S::nw7946fy@go.minnstate.edu::4f575c0f-7e5e-44e7-8457-7435b908ef8d" providerId="AD" clId="Web-{9281243D-C9C5-49DA-8A84-52B3120B13D1}" dt="2023-11-16T01:06:40.517" v="145" actId="1076"/>
          <ac:picMkLst>
            <pc:docMk/>
            <pc:sldMk cId="2093926836" sldId="275"/>
            <ac:picMk id="5" creationId="{ACBD341F-AB08-DA1A-C0E5-C099238E2D92}"/>
          </ac:picMkLst>
        </pc:picChg>
      </pc:sldChg>
      <pc:sldChg chg="addSp modSp">
        <pc:chgData name="Sanjel, Deepshikha" userId="S::nw7946fy@go.minnstate.edu::4f575c0f-7e5e-44e7-8457-7435b908ef8d" providerId="AD" clId="Web-{9281243D-C9C5-49DA-8A84-52B3120B13D1}" dt="2023-11-16T00:33:14.694" v="57" actId="1076"/>
        <pc:sldMkLst>
          <pc:docMk/>
          <pc:sldMk cId="3600432080" sldId="277"/>
        </pc:sldMkLst>
        <pc:picChg chg="add mod">
          <ac:chgData name="Sanjel, Deepshikha" userId="S::nw7946fy@go.minnstate.edu::4f575c0f-7e5e-44e7-8457-7435b908ef8d" providerId="AD" clId="Web-{9281243D-C9C5-49DA-8A84-52B3120B13D1}" dt="2023-11-16T00:33:14.694" v="57" actId="1076"/>
          <ac:picMkLst>
            <pc:docMk/>
            <pc:sldMk cId="3600432080" sldId="277"/>
            <ac:picMk id="6" creationId="{F8F707ED-D53B-012C-87A2-54631CBEDC2A}"/>
          </ac:picMkLst>
        </pc:picChg>
      </pc:sldChg>
      <pc:sldChg chg="addSp modSp">
        <pc:chgData name="Sanjel, Deepshikha" userId="S::nw7946fy@go.minnstate.edu::4f575c0f-7e5e-44e7-8457-7435b908ef8d" providerId="AD" clId="Web-{9281243D-C9C5-49DA-8A84-52B3120B13D1}" dt="2023-11-16T00:34:17.321" v="59" actId="1076"/>
        <pc:sldMkLst>
          <pc:docMk/>
          <pc:sldMk cId="3431002600" sldId="279"/>
        </pc:sldMkLst>
        <pc:picChg chg="add mod">
          <ac:chgData name="Sanjel, Deepshikha" userId="S::nw7946fy@go.minnstate.edu::4f575c0f-7e5e-44e7-8457-7435b908ef8d" providerId="AD" clId="Web-{9281243D-C9C5-49DA-8A84-52B3120B13D1}" dt="2023-11-16T00:34:17.321" v="59" actId="1076"/>
          <ac:picMkLst>
            <pc:docMk/>
            <pc:sldMk cId="3431002600" sldId="279"/>
            <ac:picMk id="4" creationId="{9DB92E5E-5A96-F731-CFFE-F3052050A069}"/>
          </ac:picMkLst>
        </pc:picChg>
      </pc:sldChg>
      <pc:sldChg chg="addSp modSp">
        <pc:chgData name="Sanjel, Deepshikha" userId="S::nw7946fy@go.minnstate.edu::4f575c0f-7e5e-44e7-8457-7435b908ef8d" providerId="AD" clId="Web-{9281243D-C9C5-49DA-8A84-52B3120B13D1}" dt="2023-11-16T00:38:12.705" v="73"/>
        <pc:sldMkLst>
          <pc:docMk/>
          <pc:sldMk cId="661848445" sldId="280"/>
        </pc:sldMkLst>
        <pc:picChg chg="add mod">
          <ac:chgData name="Sanjel, Deepshikha" userId="S::nw7946fy@go.minnstate.edu::4f575c0f-7e5e-44e7-8457-7435b908ef8d" providerId="AD" clId="Web-{9281243D-C9C5-49DA-8A84-52B3120B13D1}" dt="2023-11-16T00:35:26.261" v="63" actId="1076"/>
          <ac:picMkLst>
            <pc:docMk/>
            <pc:sldMk cId="661848445" sldId="280"/>
            <ac:picMk id="4" creationId="{2125BBFD-6E05-ED26-C24F-751087335B35}"/>
          </ac:picMkLst>
        </pc:picChg>
        <pc:picChg chg="add">
          <ac:chgData name="Sanjel, Deepshikha" userId="S::nw7946fy@go.minnstate.edu::4f575c0f-7e5e-44e7-8457-7435b908ef8d" providerId="AD" clId="Web-{9281243D-C9C5-49DA-8A84-52B3120B13D1}" dt="2023-11-16T00:38:12.705" v="73"/>
          <ac:picMkLst>
            <pc:docMk/>
            <pc:sldMk cId="661848445" sldId="280"/>
            <ac:picMk id="9" creationId="{D28F17EB-F29C-6F0E-C29D-D6B925B8F8CB}"/>
          </ac:picMkLst>
        </pc:picChg>
      </pc:sldChg>
      <pc:sldChg chg="addSp modSp">
        <pc:chgData name="Sanjel, Deepshikha" userId="S::nw7946fy@go.minnstate.edu::4f575c0f-7e5e-44e7-8457-7435b908ef8d" providerId="AD" clId="Web-{9281243D-C9C5-49DA-8A84-52B3120B13D1}" dt="2023-11-16T00:36:40.014" v="66" actId="14100"/>
        <pc:sldMkLst>
          <pc:docMk/>
          <pc:sldMk cId="536646460" sldId="281"/>
        </pc:sldMkLst>
        <pc:picChg chg="add mod">
          <ac:chgData name="Sanjel, Deepshikha" userId="S::nw7946fy@go.minnstate.edu::4f575c0f-7e5e-44e7-8457-7435b908ef8d" providerId="AD" clId="Web-{9281243D-C9C5-49DA-8A84-52B3120B13D1}" dt="2023-11-16T00:36:40.014" v="66" actId="14100"/>
          <ac:picMkLst>
            <pc:docMk/>
            <pc:sldMk cId="536646460" sldId="281"/>
            <ac:picMk id="4" creationId="{BC4420F4-55AB-72FE-101E-0558E669AF0D}"/>
          </ac:picMkLst>
        </pc:picChg>
      </pc:sldChg>
      <pc:sldChg chg="addSp modSp">
        <pc:chgData name="Sanjel, Deepshikha" userId="S::nw7946fy@go.minnstate.edu::4f575c0f-7e5e-44e7-8457-7435b908ef8d" providerId="AD" clId="Web-{9281243D-C9C5-49DA-8A84-52B3120B13D1}" dt="2023-11-16T00:37:37.251" v="69" actId="14100"/>
        <pc:sldMkLst>
          <pc:docMk/>
          <pc:sldMk cId="1055329605" sldId="282"/>
        </pc:sldMkLst>
        <pc:picChg chg="add mod">
          <ac:chgData name="Sanjel, Deepshikha" userId="S::nw7946fy@go.minnstate.edu::4f575c0f-7e5e-44e7-8457-7435b908ef8d" providerId="AD" clId="Web-{9281243D-C9C5-49DA-8A84-52B3120B13D1}" dt="2023-11-16T00:37:37.251" v="69" actId="14100"/>
          <ac:picMkLst>
            <pc:docMk/>
            <pc:sldMk cId="1055329605" sldId="282"/>
            <ac:picMk id="3" creationId="{07731746-13FC-9329-699B-BEEAE24A83BA}"/>
          </ac:picMkLst>
        </pc:picChg>
      </pc:sldChg>
      <pc:sldChg chg="addSp modSp">
        <pc:chgData name="Sanjel, Deepshikha" userId="S::nw7946fy@go.minnstate.edu::4f575c0f-7e5e-44e7-8457-7435b908ef8d" providerId="AD" clId="Web-{9281243D-C9C5-49DA-8A84-52B3120B13D1}" dt="2023-11-16T00:38:05.330" v="72" actId="14100"/>
        <pc:sldMkLst>
          <pc:docMk/>
          <pc:sldMk cId="1065910892" sldId="283"/>
        </pc:sldMkLst>
        <pc:picChg chg="add mod">
          <ac:chgData name="Sanjel, Deepshikha" userId="S::nw7946fy@go.minnstate.edu::4f575c0f-7e5e-44e7-8457-7435b908ef8d" providerId="AD" clId="Web-{9281243D-C9C5-49DA-8A84-52B3120B13D1}" dt="2023-11-16T00:38:05.330" v="72" actId="14100"/>
          <ac:picMkLst>
            <pc:docMk/>
            <pc:sldMk cId="1065910892" sldId="283"/>
            <ac:picMk id="3" creationId="{4D004A69-384E-D90A-76DC-843AA9B6DA35}"/>
          </ac:picMkLst>
        </pc:picChg>
      </pc:sldChg>
      <pc:sldChg chg="addSp modSp">
        <pc:chgData name="Sanjel, Deepshikha" userId="S::nw7946fy@go.minnstate.edu::4f575c0f-7e5e-44e7-8457-7435b908ef8d" providerId="AD" clId="Web-{9281243D-C9C5-49DA-8A84-52B3120B13D1}" dt="2023-11-16T00:38:30.378" v="76" actId="14100"/>
        <pc:sldMkLst>
          <pc:docMk/>
          <pc:sldMk cId="2652434018" sldId="284"/>
        </pc:sldMkLst>
        <pc:picChg chg="add mod">
          <ac:chgData name="Sanjel, Deepshikha" userId="S::nw7946fy@go.minnstate.edu::4f575c0f-7e5e-44e7-8457-7435b908ef8d" providerId="AD" clId="Web-{9281243D-C9C5-49DA-8A84-52B3120B13D1}" dt="2023-11-16T00:38:30.378" v="76" actId="14100"/>
          <ac:picMkLst>
            <pc:docMk/>
            <pc:sldMk cId="2652434018" sldId="284"/>
            <ac:picMk id="9" creationId="{9B96B079-6928-1750-8ADD-C96B6C96B819}"/>
          </ac:picMkLst>
        </pc:picChg>
      </pc:sldChg>
      <pc:sldChg chg="addSp modSp">
        <pc:chgData name="Sanjel, Deepshikha" userId="S::nw7946fy@go.minnstate.edu::4f575c0f-7e5e-44e7-8457-7435b908ef8d" providerId="AD" clId="Web-{9281243D-C9C5-49DA-8A84-52B3120B13D1}" dt="2023-11-16T00:39:02.504" v="79" actId="1076"/>
        <pc:sldMkLst>
          <pc:docMk/>
          <pc:sldMk cId="864658810" sldId="285"/>
        </pc:sldMkLst>
        <pc:picChg chg="add mod">
          <ac:chgData name="Sanjel, Deepshikha" userId="S::nw7946fy@go.minnstate.edu::4f575c0f-7e5e-44e7-8457-7435b908ef8d" providerId="AD" clId="Web-{9281243D-C9C5-49DA-8A84-52B3120B13D1}" dt="2023-11-16T00:39:02.504" v="79" actId="1076"/>
          <ac:picMkLst>
            <pc:docMk/>
            <pc:sldMk cId="864658810" sldId="285"/>
            <ac:picMk id="4" creationId="{30A3F703-96FD-BAAF-A671-2ECFFE0D9FD8}"/>
          </ac:picMkLst>
        </pc:picChg>
      </pc:sldChg>
      <pc:sldChg chg="addSp modSp">
        <pc:chgData name="Sanjel, Deepshikha" userId="S::nw7946fy@go.minnstate.edu::4f575c0f-7e5e-44e7-8457-7435b908ef8d" providerId="AD" clId="Web-{9281243D-C9C5-49DA-8A84-52B3120B13D1}" dt="2023-11-16T00:39:35.317" v="83" actId="1076"/>
        <pc:sldMkLst>
          <pc:docMk/>
          <pc:sldMk cId="1097579407" sldId="286"/>
        </pc:sldMkLst>
        <pc:picChg chg="add mod">
          <ac:chgData name="Sanjel, Deepshikha" userId="S::nw7946fy@go.minnstate.edu::4f575c0f-7e5e-44e7-8457-7435b908ef8d" providerId="AD" clId="Web-{9281243D-C9C5-49DA-8A84-52B3120B13D1}" dt="2023-11-16T00:39:35.317" v="83" actId="1076"/>
          <ac:picMkLst>
            <pc:docMk/>
            <pc:sldMk cId="1097579407" sldId="286"/>
            <ac:picMk id="4" creationId="{C5542C70-3830-9B13-B118-F1EC0C384B50}"/>
          </ac:picMkLst>
        </pc:picChg>
      </pc:sldChg>
      <pc:sldChg chg="addSp modSp">
        <pc:chgData name="Sanjel, Deepshikha" userId="S::nw7946fy@go.minnstate.edu::4f575c0f-7e5e-44e7-8457-7435b908ef8d" providerId="AD" clId="Web-{9281243D-C9C5-49DA-8A84-52B3120B13D1}" dt="2023-11-16T00:39:54.677" v="86" actId="14100"/>
        <pc:sldMkLst>
          <pc:docMk/>
          <pc:sldMk cId="611758723" sldId="287"/>
        </pc:sldMkLst>
        <pc:picChg chg="add mod">
          <ac:chgData name="Sanjel, Deepshikha" userId="S::nw7946fy@go.minnstate.edu::4f575c0f-7e5e-44e7-8457-7435b908ef8d" providerId="AD" clId="Web-{9281243D-C9C5-49DA-8A84-52B3120B13D1}" dt="2023-11-16T00:39:54.677" v="86" actId="14100"/>
          <ac:picMkLst>
            <pc:docMk/>
            <pc:sldMk cId="611758723" sldId="287"/>
            <ac:picMk id="7" creationId="{E923F94C-4B2D-61C8-2BE7-1A9C105E7ED9}"/>
          </ac:picMkLst>
        </pc:picChg>
      </pc:sldChg>
      <pc:sldChg chg="addSp modSp">
        <pc:chgData name="Sanjel, Deepshikha" userId="S::nw7946fy@go.minnstate.edu::4f575c0f-7e5e-44e7-8457-7435b908ef8d" providerId="AD" clId="Web-{9281243D-C9C5-49DA-8A84-52B3120B13D1}" dt="2023-11-16T00:40:44.804" v="100" actId="1076"/>
        <pc:sldMkLst>
          <pc:docMk/>
          <pc:sldMk cId="237598776" sldId="288"/>
        </pc:sldMkLst>
        <pc:picChg chg="add mod">
          <ac:chgData name="Sanjel, Deepshikha" userId="S::nw7946fy@go.minnstate.edu::4f575c0f-7e5e-44e7-8457-7435b908ef8d" providerId="AD" clId="Web-{9281243D-C9C5-49DA-8A84-52B3120B13D1}" dt="2023-11-16T00:40:37.086" v="97" actId="1076"/>
          <ac:picMkLst>
            <pc:docMk/>
            <pc:sldMk cId="237598776" sldId="288"/>
            <ac:picMk id="8" creationId="{4E3AAC09-2506-2B4B-7EAB-4510427E5D0F}"/>
          </ac:picMkLst>
        </pc:picChg>
        <pc:picChg chg="add mod">
          <ac:chgData name="Sanjel, Deepshikha" userId="S::nw7946fy@go.minnstate.edu::4f575c0f-7e5e-44e7-8457-7435b908ef8d" providerId="AD" clId="Web-{9281243D-C9C5-49DA-8A84-52B3120B13D1}" dt="2023-11-16T00:40:40.976" v="99" actId="1076"/>
          <ac:picMkLst>
            <pc:docMk/>
            <pc:sldMk cId="237598776" sldId="288"/>
            <ac:picMk id="10" creationId="{00A38EBC-A2A3-4448-DFB7-052798D5E261}"/>
          </ac:picMkLst>
        </pc:picChg>
        <pc:picChg chg="add mod">
          <ac:chgData name="Sanjel, Deepshikha" userId="S::nw7946fy@go.minnstate.edu::4f575c0f-7e5e-44e7-8457-7435b908ef8d" providerId="AD" clId="Web-{9281243D-C9C5-49DA-8A84-52B3120B13D1}" dt="2023-11-16T00:40:33.991" v="95" actId="1076"/>
          <ac:picMkLst>
            <pc:docMk/>
            <pc:sldMk cId="237598776" sldId="288"/>
            <ac:picMk id="12" creationId="{7F51DC2A-08E2-B0C2-E8EC-4735FEE07956}"/>
          </ac:picMkLst>
        </pc:picChg>
        <pc:picChg chg="add mod">
          <ac:chgData name="Sanjel, Deepshikha" userId="S::nw7946fy@go.minnstate.edu::4f575c0f-7e5e-44e7-8457-7435b908ef8d" providerId="AD" clId="Web-{9281243D-C9C5-49DA-8A84-52B3120B13D1}" dt="2023-11-16T00:40:44.804" v="100" actId="1076"/>
          <ac:picMkLst>
            <pc:docMk/>
            <pc:sldMk cId="237598776" sldId="288"/>
            <ac:picMk id="14" creationId="{A8F66854-5DF9-67EF-A027-CD647CB90B16}"/>
          </ac:picMkLst>
        </pc:picChg>
      </pc:sldChg>
      <pc:sldChg chg="addSp modSp">
        <pc:chgData name="Sanjel, Deepshikha" userId="S::nw7946fy@go.minnstate.edu::4f575c0f-7e5e-44e7-8457-7435b908ef8d" providerId="AD" clId="Web-{9281243D-C9C5-49DA-8A84-52B3120B13D1}" dt="2023-11-16T00:42:25.261" v="107" actId="1076"/>
        <pc:sldMkLst>
          <pc:docMk/>
          <pc:sldMk cId="2038514997" sldId="289"/>
        </pc:sldMkLst>
        <pc:picChg chg="add mod">
          <ac:chgData name="Sanjel, Deepshikha" userId="S::nw7946fy@go.minnstate.edu::4f575c0f-7e5e-44e7-8457-7435b908ef8d" providerId="AD" clId="Web-{9281243D-C9C5-49DA-8A84-52B3120B13D1}" dt="2023-11-16T00:42:25.261" v="107" actId="1076"/>
          <ac:picMkLst>
            <pc:docMk/>
            <pc:sldMk cId="2038514997" sldId="289"/>
            <ac:picMk id="3" creationId="{C8DFC403-C371-9934-190F-A848600D8371}"/>
          </ac:picMkLst>
        </pc:picChg>
        <pc:picChg chg="add mod">
          <ac:chgData name="Sanjel, Deepshikha" userId="S::nw7946fy@go.minnstate.edu::4f575c0f-7e5e-44e7-8457-7435b908ef8d" providerId="AD" clId="Web-{9281243D-C9C5-49DA-8A84-52B3120B13D1}" dt="2023-11-16T00:42:21.167" v="105" actId="1076"/>
          <ac:picMkLst>
            <pc:docMk/>
            <pc:sldMk cId="2038514997" sldId="289"/>
            <ac:picMk id="6" creationId="{40E6BBAD-008F-8948-ED13-C35098BB2983}"/>
          </ac:picMkLst>
        </pc:picChg>
      </pc:sldChg>
      <pc:sldChg chg="addSp modSp new">
        <pc:chgData name="Sanjel, Deepshikha" userId="S::nw7946fy@go.minnstate.edu::4f575c0f-7e5e-44e7-8457-7435b908ef8d" providerId="AD" clId="Web-{9281243D-C9C5-49DA-8A84-52B3120B13D1}" dt="2023-11-16T00:45:41.987" v="136" actId="1076"/>
        <pc:sldMkLst>
          <pc:docMk/>
          <pc:sldMk cId="2941200221" sldId="290"/>
        </pc:sldMkLst>
        <pc:spChg chg="mod">
          <ac:chgData name="Sanjel, Deepshikha" userId="S::nw7946fy@go.minnstate.edu::4f575c0f-7e5e-44e7-8457-7435b908ef8d" providerId="AD" clId="Web-{9281243D-C9C5-49DA-8A84-52B3120B13D1}" dt="2023-11-16T00:45:29.893" v="133" actId="20577"/>
          <ac:spMkLst>
            <pc:docMk/>
            <pc:sldMk cId="2941200221" sldId="290"/>
            <ac:spMk id="2" creationId="{1113221C-CF20-D0C1-F9C6-2B482B08C6FD}"/>
          </ac:spMkLst>
        </pc:spChg>
        <pc:picChg chg="add mod">
          <ac:chgData name="Sanjel, Deepshikha" userId="S::nw7946fy@go.minnstate.edu::4f575c0f-7e5e-44e7-8457-7435b908ef8d" providerId="AD" clId="Web-{9281243D-C9C5-49DA-8A84-52B3120B13D1}" dt="2023-11-16T00:45:41.987" v="136" actId="1076"/>
          <ac:picMkLst>
            <pc:docMk/>
            <pc:sldMk cId="2941200221" sldId="290"/>
            <ac:picMk id="4" creationId="{B028D009-B08B-919C-0692-3B0B678995B0}"/>
          </ac:picMkLst>
        </pc:picChg>
      </pc:sldChg>
      <pc:sldChg chg="del">
        <pc:chgData name="Sanjel, Deepshikha" userId="S::nw7946fy@go.minnstate.edu::4f575c0f-7e5e-44e7-8457-7435b908ef8d" providerId="AD" clId="Web-{9281243D-C9C5-49DA-8A84-52B3120B13D1}" dt="2023-11-16T00:12:44.306" v="1"/>
        <pc:sldMkLst>
          <pc:docMk/>
          <pc:sldMk cId="3563200735" sldId="291"/>
        </pc:sldMkLst>
      </pc:sldChg>
      <pc:sldChg chg="del">
        <pc:chgData name="Sanjel, Deepshikha" userId="S::nw7946fy@go.minnstate.edu::4f575c0f-7e5e-44e7-8457-7435b908ef8d" providerId="AD" clId="Web-{9281243D-C9C5-49DA-8A84-52B3120B13D1}" dt="2023-11-16T00:12:28.539" v="0"/>
        <pc:sldMkLst>
          <pc:docMk/>
          <pc:sldMk cId="3530079920" sldId="292"/>
        </pc:sldMkLst>
      </pc:sldChg>
    </pc:docChg>
  </pc:docChgLst>
  <pc:docChgLst>
    <pc:chgData name="Mueller, Christopher J" userId="S::gu5423zh@go.minnstate.edu::a1cbad94-15c5-43ec-80dc-0886533afca6" providerId="AD" clId="Web-{6B8FB39E-B01B-443D-AA7C-EC2A4E84FB40}"/>
    <pc:docChg chg="delSld modSld sldOrd">
      <pc:chgData name="Mueller, Christopher J" userId="S::gu5423zh@go.minnstate.edu::a1cbad94-15c5-43ec-80dc-0886533afca6" providerId="AD" clId="Web-{6B8FB39E-B01B-443D-AA7C-EC2A4E84FB40}" dt="2023-11-16T01:03:13.614" v="89" actId="20577"/>
      <pc:docMkLst>
        <pc:docMk/>
      </pc:docMkLst>
      <pc:sldChg chg="modSp">
        <pc:chgData name="Mueller, Christopher J" userId="S::gu5423zh@go.minnstate.edu::a1cbad94-15c5-43ec-80dc-0886533afca6" providerId="AD" clId="Web-{6B8FB39E-B01B-443D-AA7C-EC2A4E84FB40}" dt="2023-11-16T00:55:25.806" v="62" actId="20577"/>
        <pc:sldMkLst>
          <pc:docMk/>
          <pc:sldMk cId="3903181308" sldId="260"/>
        </pc:sldMkLst>
        <pc:spChg chg="mod">
          <ac:chgData name="Mueller, Christopher J" userId="S::gu5423zh@go.minnstate.edu::a1cbad94-15c5-43ec-80dc-0886533afca6" providerId="AD" clId="Web-{6B8FB39E-B01B-443D-AA7C-EC2A4E84FB40}" dt="2023-11-16T00:55:25.806" v="62" actId="20577"/>
          <ac:spMkLst>
            <pc:docMk/>
            <pc:sldMk cId="3903181308" sldId="260"/>
            <ac:spMk id="4" creationId="{69A39019-503A-0384-8CDB-3A8E671343CE}"/>
          </ac:spMkLst>
        </pc:spChg>
        <pc:picChg chg="mod">
          <ac:chgData name="Mueller, Christopher J" userId="S::gu5423zh@go.minnstate.edu::a1cbad94-15c5-43ec-80dc-0886533afca6" providerId="AD" clId="Web-{6B8FB39E-B01B-443D-AA7C-EC2A4E84FB40}" dt="2023-11-16T00:37:14.530" v="34" actId="1076"/>
          <ac:picMkLst>
            <pc:docMk/>
            <pc:sldMk cId="3903181308" sldId="260"/>
            <ac:picMk id="5" creationId="{E5EFEFC9-17E7-537C-1164-1673D1F46854}"/>
          </ac:picMkLst>
        </pc:picChg>
      </pc:sldChg>
      <pc:sldChg chg="modSp">
        <pc:chgData name="Mueller, Christopher J" userId="S::gu5423zh@go.minnstate.edu::a1cbad94-15c5-43ec-80dc-0886533afca6" providerId="AD" clId="Web-{6B8FB39E-B01B-443D-AA7C-EC2A4E84FB40}" dt="2023-11-16T00:37:12.077" v="33" actId="1076"/>
        <pc:sldMkLst>
          <pc:docMk/>
          <pc:sldMk cId="2314627008" sldId="262"/>
        </pc:sldMkLst>
        <pc:picChg chg="mod">
          <ac:chgData name="Mueller, Christopher J" userId="S::gu5423zh@go.minnstate.edu::a1cbad94-15c5-43ec-80dc-0886533afca6" providerId="AD" clId="Web-{6B8FB39E-B01B-443D-AA7C-EC2A4E84FB40}" dt="2023-11-16T00:37:12.077" v="33" actId="1076"/>
          <ac:picMkLst>
            <pc:docMk/>
            <pc:sldMk cId="2314627008" sldId="262"/>
            <ac:picMk id="4" creationId="{71E61FED-604B-597A-CBC4-581DACDADF5C}"/>
          </ac:picMkLst>
        </pc:picChg>
      </pc:sldChg>
      <pc:sldChg chg="modSp">
        <pc:chgData name="Mueller, Christopher J" userId="S::gu5423zh@go.minnstate.edu::a1cbad94-15c5-43ec-80dc-0886533afca6" providerId="AD" clId="Web-{6B8FB39E-B01B-443D-AA7C-EC2A4E84FB40}" dt="2023-11-16T00:56:57.902" v="65" actId="20577"/>
        <pc:sldMkLst>
          <pc:docMk/>
          <pc:sldMk cId="509801224" sldId="263"/>
        </pc:sldMkLst>
        <pc:spChg chg="mod">
          <ac:chgData name="Mueller, Christopher J" userId="S::gu5423zh@go.minnstate.edu::a1cbad94-15c5-43ec-80dc-0886533afca6" providerId="AD" clId="Web-{6B8FB39E-B01B-443D-AA7C-EC2A4E84FB40}" dt="2023-11-16T00:56:57.902" v="65" actId="20577"/>
          <ac:spMkLst>
            <pc:docMk/>
            <pc:sldMk cId="509801224" sldId="263"/>
            <ac:spMk id="5" creationId="{E809DFC4-AD35-3B71-D897-06E3A7F67DA1}"/>
          </ac:spMkLst>
        </pc:spChg>
      </pc:sldChg>
      <pc:sldChg chg="modSp">
        <pc:chgData name="Mueller, Christopher J" userId="S::gu5423zh@go.minnstate.edu::a1cbad94-15c5-43ec-80dc-0886533afca6" providerId="AD" clId="Web-{6B8FB39E-B01B-443D-AA7C-EC2A4E84FB40}" dt="2023-11-16T00:58:46.342" v="87" actId="20577"/>
        <pc:sldMkLst>
          <pc:docMk/>
          <pc:sldMk cId="4212760481" sldId="264"/>
        </pc:sldMkLst>
        <pc:spChg chg="mod">
          <ac:chgData name="Mueller, Christopher J" userId="S::gu5423zh@go.minnstate.edu::a1cbad94-15c5-43ec-80dc-0886533afca6" providerId="AD" clId="Web-{6B8FB39E-B01B-443D-AA7C-EC2A4E84FB40}" dt="2023-11-16T00:58:46.342" v="87" actId="20577"/>
          <ac:spMkLst>
            <pc:docMk/>
            <pc:sldMk cId="4212760481" sldId="264"/>
            <ac:spMk id="2" creationId="{82D1E498-7DB4-5592-F7AE-D1F72042CF73}"/>
          </ac:spMkLst>
        </pc:spChg>
        <pc:picChg chg="mod modCrop">
          <ac:chgData name="Mueller, Christopher J" userId="S::gu5423zh@go.minnstate.edu::a1cbad94-15c5-43ec-80dc-0886533afca6" providerId="AD" clId="Web-{6B8FB39E-B01B-443D-AA7C-EC2A4E84FB40}" dt="2023-11-16T00:37:05.467" v="32" actId="1076"/>
          <ac:picMkLst>
            <pc:docMk/>
            <pc:sldMk cId="4212760481" sldId="264"/>
            <ac:picMk id="4" creationId="{A5A43D6B-5A81-0BE9-D4C0-3F837D367BAA}"/>
          </ac:picMkLst>
        </pc:picChg>
      </pc:sldChg>
      <pc:sldChg chg="modSp ord">
        <pc:chgData name="Mueller, Christopher J" userId="S::gu5423zh@go.minnstate.edu::a1cbad94-15c5-43ec-80dc-0886533afca6" providerId="AD" clId="Web-{6B8FB39E-B01B-443D-AA7C-EC2A4E84FB40}" dt="2023-11-16T00:37:02.030" v="31" actId="1076"/>
        <pc:sldMkLst>
          <pc:docMk/>
          <pc:sldMk cId="511329707" sldId="265"/>
        </pc:sldMkLst>
        <pc:picChg chg="mod">
          <ac:chgData name="Mueller, Christopher J" userId="S::gu5423zh@go.minnstate.edu::a1cbad94-15c5-43ec-80dc-0886533afca6" providerId="AD" clId="Web-{6B8FB39E-B01B-443D-AA7C-EC2A4E84FB40}" dt="2023-11-16T00:37:02.030" v="31" actId="1076"/>
          <ac:picMkLst>
            <pc:docMk/>
            <pc:sldMk cId="511329707" sldId="265"/>
            <ac:picMk id="4" creationId="{2C4B077C-BC0E-BAEF-07C3-2F1AA550B932}"/>
          </ac:picMkLst>
        </pc:picChg>
      </pc:sldChg>
      <pc:sldChg chg="addSp delSp modSp">
        <pc:chgData name="Mueller, Christopher J" userId="S::gu5423zh@go.minnstate.edu::a1cbad94-15c5-43ec-80dc-0886533afca6" providerId="AD" clId="Web-{6B8FB39E-B01B-443D-AA7C-EC2A4E84FB40}" dt="2023-11-16T00:27:02.484" v="27" actId="14100"/>
        <pc:sldMkLst>
          <pc:docMk/>
          <pc:sldMk cId="2700405408" sldId="266"/>
        </pc:sldMkLst>
        <pc:spChg chg="add del mod">
          <ac:chgData name="Mueller, Christopher J" userId="S::gu5423zh@go.minnstate.edu::a1cbad94-15c5-43ec-80dc-0886533afca6" providerId="AD" clId="Web-{6B8FB39E-B01B-443D-AA7C-EC2A4E84FB40}" dt="2023-11-16T00:26:58.499" v="25"/>
          <ac:spMkLst>
            <pc:docMk/>
            <pc:sldMk cId="2700405408" sldId="266"/>
            <ac:spMk id="5" creationId="{6E3256A8-ECA4-5886-4ECD-E94C08D5E6BA}"/>
          </ac:spMkLst>
        </pc:spChg>
        <pc:picChg chg="del">
          <ac:chgData name="Mueller, Christopher J" userId="S::gu5423zh@go.minnstate.edu::a1cbad94-15c5-43ec-80dc-0886533afca6" providerId="AD" clId="Web-{6B8FB39E-B01B-443D-AA7C-EC2A4E84FB40}" dt="2023-11-16T00:26:08.951" v="24"/>
          <ac:picMkLst>
            <pc:docMk/>
            <pc:sldMk cId="2700405408" sldId="266"/>
            <ac:picMk id="4" creationId="{23E30D9F-61E8-5F09-87FA-6DE2DEF867B4}"/>
          </ac:picMkLst>
        </pc:picChg>
        <pc:picChg chg="add mod ord">
          <ac:chgData name="Mueller, Christopher J" userId="S::gu5423zh@go.minnstate.edu::a1cbad94-15c5-43ec-80dc-0886533afca6" providerId="AD" clId="Web-{6B8FB39E-B01B-443D-AA7C-EC2A4E84FB40}" dt="2023-11-16T00:27:02.484" v="27" actId="14100"/>
          <ac:picMkLst>
            <pc:docMk/>
            <pc:sldMk cId="2700405408" sldId="266"/>
            <ac:picMk id="6" creationId="{A5643C39-FF01-CC07-FB96-BA4A602E860A}"/>
          </ac:picMkLst>
        </pc:picChg>
      </pc:sldChg>
      <pc:sldChg chg="modSp">
        <pc:chgData name="Mueller, Christopher J" userId="S::gu5423zh@go.minnstate.edu::a1cbad94-15c5-43ec-80dc-0886533afca6" providerId="AD" clId="Web-{6B8FB39E-B01B-443D-AA7C-EC2A4E84FB40}" dt="2023-11-16T00:36:59.326" v="30" actId="1076"/>
        <pc:sldMkLst>
          <pc:docMk/>
          <pc:sldMk cId="4186794603" sldId="267"/>
        </pc:sldMkLst>
        <pc:picChg chg="mod">
          <ac:chgData name="Mueller, Christopher J" userId="S::gu5423zh@go.minnstate.edu::a1cbad94-15c5-43ec-80dc-0886533afca6" providerId="AD" clId="Web-{6B8FB39E-B01B-443D-AA7C-EC2A4E84FB40}" dt="2023-11-16T00:36:59.326" v="30" actId="1076"/>
          <ac:picMkLst>
            <pc:docMk/>
            <pc:sldMk cId="4186794603" sldId="267"/>
            <ac:picMk id="4" creationId="{0B683D93-3491-FF15-2BCE-0D772C1870A7}"/>
          </ac:picMkLst>
        </pc:picChg>
      </pc:sldChg>
      <pc:sldChg chg="modSp">
        <pc:chgData name="Mueller, Christopher J" userId="S::gu5423zh@go.minnstate.edu::a1cbad94-15c5-43ec-80dc-0886533afca6" providerId="AD" clId="Web-{6B8FB39E-B01B-443D-AA7C-EC2A4E84FB40}" dt="2023-11-16T00:36:56.123" v="29" actId="1076"/>
        <pc:sldMkLst>
          <pc:docMk/>
          <pc:sldMk cId="2893018387" sldId="268"/>
        </pc:sldMkLst>
        <pc:picChg chg="mod">
          <ac:chgData name="Mueller, Christopher J" userId="S::gu5423zh@go.minnstate.edu::a1cbad94-15c5-43ec-80dc-0886533afca6" providerId="AD" clId="Web-{6B8FB39E-B01B-443D-AA7C-EC2A4E84FB40}" dt="2023-11-16T00:36:56.123" v="29" actId="1076"/>
          <ac:picMkLst>
            <pc:docMk/>
            <pc:sldMk cId="2893018387" sldId="268"/>
            <ac:picMk id="4" creationId="{6906EB2C-5481-55F6-3FC6-796BC272CC7A}"/>
          </ac:picMkLst>
        </pc:picChg>
      </pc:sldChg>
      <pc:sldChg chg="modSp">
        <pc:chgData name="Mueller, Christopher J" userId="S::gu5423zh@go.minnstate.edu::a1cbad94-15c5-43ec-80dc-0886533afca6" providerId="AD" clId="Web-{6B8FB39E-B01B-443D-AA7C-EC2A4E84FB40}" dt="2023-11-16T00:56:25.401" v="64" actId="1076"/>
        <pc:sldMkLst>
          <pc:docMk/>
          <pc:sldMk cId="2380548685" sldId="274"/>
        </pc:sldMkLst>
        <pc:picChg chg="mod modCrop">
          <ac:chgData name="Mueller, Christopher J" userId="S::gu5423zh@go.minnstate.edu::a1cbad94-15c5-43ec-80dc-0886533afca6" providerId="AD" clId="Web-{6B8FB39E-B01B-443D-AA7C-EC2A4E84FB40}" dt="2023-11-16T00:56:25.401" v="64" actId="1076"/>
          <ac:picMkLst>
            <pc:docMk/>
            <pc:sldMk cId="2380548685" sldId="274"/>
            <ac:picMk id="6" creationId="{4AB2B14E-F7F2-BF95-8D5B-EDE90F7E238A}"/>
          </ac:picMkLst>
        </pc:picChg>
      </pc:sldChg>
      <pc:sldChg chg="modSp">
        <pc:chgData name="Mueller, Christopher J" userId="S::gu5423zh@go.minnstate.edu::a1cbad94-15c5-43ec-80dc-0886533afca6" providerId="AD" clId="Web-{6B8FB39E-B01B-443D-AA7C-EC2A4E84FB40}" dt="2023-11-16T01:03:13.614" v="89" actId="20577"/>
        <pc:sldMkLst>
          <pc:docMk/>
          <pc:sldMk cId="2093926836" sldId="275"/>
        </pc:sldMkLst>
        <pc:spChg chg="mod">
          <ac:chgData name="Mueller, Christopher J" userId="S::gu5423zh@go.minnstate.edu::a1cbad94-15c5-43ec-80dc-0886533afca6" providerId="AD" clId="Web-{6B8FB39E-B01B-443D-AA7C-EC2A4E84FB40}" dt="2023-11-16T01:03:13.614" v="89" actId="20577"/>
          <ac:spMkLst>
            <pc:docMk/>
            <pc:sldMk cId="2093926836" sldId="275"/>
            <ac:spMk id="3" creationId="{2A094474-8604-29A3-AD38-ED98F4302B12}"/>
          </ac:spMkLst>
        </pc:spChg>
      </pc:sldChg>
      <pc:sldChg chg="modSp">
        <pc:chgData name="Mueller, Christopher J" userId="S::gu5423zh@go.minnstate.edu::a1cbad94-15c5-43ec-80dc-0886533afca6" providerId="AD" clId="Web-{6B8FB39E-B01B-443D-AA7C-EC2A4E84FB40}" dt="2023-11-16T00:52:45.037" v="48" actId="20577"/>
        <pc:sldMkLst>
          <pc:docMk/>
          <pc:sldMk cId="3431002600" sldId="279"/>
        </pc:sldMkLst>
        <pc:spChg chg="mod">
          <ac:chgData name="Mueller, Christopher J" userId="S::gu5423zh@go.minnstate.edu::a1cbad94-15c5-43ec-80dc-0886533afca6" providerId="AD" clId="Web-{6B8FB39E-B01B-443D-AA7C-EC2A4E84FB40}" dt="2023-11-16T00:52:45.037" v="48" actId="20577"/>
          <ac:spMkLst>
            <pc:docMk/>
            <pc:sldMk cId="3431002600" sldId="279"/>
            <ac:spMk id="3" creationId="{D2C67035-7398-CA02-621D-EEFA95C210AE}"/>
          </ac:spMkLst>
        </pc:spChg>
      </pc:sldChg>
      <pc:sldChg chg="addSp modSp">
        <pc:chgData name="Mueller, Christopher J" userId="S::gu5423zh@go.minnstate.edu::a1cbad94-15c5-43ec-80dc-0886533afca6" providerId="AD" clId="Web-{6B8FB39E-B01B-443D-AA7C-EC2A4E84FB40}" dt="2023-11-16T00:53:29.913" v="50" actId="20577"/>
        <pc:sldMkLst>
          <pc:docMk/>
          <pc:sldMk cId="611758723" sldId="287"/>
        </pc:sldMkLst>
        <pc:spChg chg="mod">
          <ac:chgData name="Mueller, Christopher J" userId="S::gu5423zh@go.minnstate.edu::a1cbad94-15c5-43ec-80dc-0886533afca6" providerId="AD" clId="Web-{6B8FB39E-B01B-443D-AA7C-EC2A4E84FB40}" dt="2023-11-16T00:53:29.913" v="50" actId="20577"/>
          <ac:spMkLst>
            <pc:docMk/>
            <pc:sldMk cId="611758723" sldId="287"/>
            <ac:spMk id="4" creationId="{203678E5-D974-13E1-8D17-A21406E9F5B6}"/>
          </ac:spMkLst>
        </pc:spChg>
        <pc:picChg chg="add mod">
          <ac:chgData name="Mueller, Christopher J" userId="S::gu5423zh@go.minnstate.edu::a1cbad94-15c5-43ec-80dc-0886533afca6" providerId="AD" clId="Web-{6B8FB39E-B01B-443D-AA7C-EC2A4E84FB40}" dt="2023-11-16T00:21:37.617" v="23" actId="1076"/>
          <ac:picMkLst>
            <pc:docMk/>
            <pc:sldMk cId="611758723" sldId="287"/>
            <ac:picMk id="3" creationId="{D9594317-7B06-BC04-5A89-E447DD3BE8E9}"/>
          </ac:picMkLst>
        </pc:picChg>
      </pc:sldChg>
      <pc:sldChg chg="modSp">
        <pc:chgData name="Mueller, Christopher J" userId="S::gu5423zh@go.minnstate.edu::a1cbad94-15c5-43ec-80dc-0886533afca6" providerId="AD" clId="Web-{6B8FB39E-B01B-443D-AA7C-EC2A4E84FB40}" dt="2023-11-16T00:53:44.491" v="53" actId="20577"/>
        <pc:sldMkLst>
          <pc:docMk/>
          <pc:sldMk cId="237598776" sldId="288"/>
        </pc:sldMkLst>
        <pc:spChg chg="mod">
          <ac:chgData name="Mueller, Christopher J" userId="S::gu5423zh@go.minnstate.edu::a1cbad94-15c5-43ec-80dc-0886533afca6" providerId="AD" clId="Web-{6B8FB39E-B01B-443D-AA7C-EC2A4E84FB40}" dt="2023-11-16T00:53:44.491" v="53" actId="20577"/>
          <ac:spMkLst>
            <pc:docMk/>
            <pc:sldMk cId="237598776" sldId="288"/>
            <ac:spMk id="3" creationId="{1FC37ED2-72A4-427F-0B20-4758D4318742}"/>
          </ac:spMkLst>
        </pc:spChg>
      </pc:sldChg>
      <pc:sldChg chg="addSp delSp modSp">
        <pc:chgData name="Mueller, Christopher J" userId="S::gu5423zh@go.minnstate.edu::a1cbad94-15c5-43ec-80dc-0886533afca6" providerId="AD" clId="Web-{6B8FB39E-B01B-443D-AA7C-EC2A4E84FB40}" dt="2023-11-16T00:53:49.320" v="54" actId="20577"/>
        <pc:sldMkLst>
          <pc:docMk/>
          <pc:sldMk cId="2038514997" sldId="289"/>
        </pc:sldMkLst>
        <pc:spChg chg="mod">
          <ac:chgData name="Mueller, Christopher J" userId="S::gu5423zh@go.minnstate.edu::a1cbad94-15c5-43ec-80dc-0886533afca6" providerId="AD" clId="Web-{6B8FB39E-B01B-443D-AA7C-EC2A4E84FB40}" dt="2023-11-16T00:17:12.954" v="11" actId="20577"/>
          <ac:spMkLst>
            <pc:docMk/>
            <pc:sldMk cId="2038514997" sldId="289"/>
            <ac:spMk id="2" creationId="{EB549938-EE81-CC87-3CF5-5C55A4B27F94}"/>
          </ac:spMkLst>
        </pc:spChg>
        <pc:spChg chg="add mod">
          <ac:chgData name="Mueller, Christopher J" userId="S::gu5423zh@go.minnstate.edu::a1cbad94-15c5-43ec-80dc-0886533afca6" providerId="AD" clId="Web-{6B8FB39E-B01B-443D-AA7C-EC2A4E84FB40}" dt="2023-11-16T00:53:49.320" v="54" actId="20577"/>
          <ac:spMkLst>
            <pc:docMk/>
            <pc:sldMk cId="2038514997" sldId="289"/>
            <ac:spMk id="5" creationId="{A40DC2EA-B26C-922D-6E3D-43BEAE19C9E8}"/>
          </ac:spMkLst>
        </pc:spChg>
        <pc:picChg chg="del">
          <ac:chgData name="Mueller, Christopher J" userId="S::gu5423zh@go.minnstate.edu::a1cbad94-15c5-43ec-80dc-0886533afca6" providerId="AD" clId="Web-{6B8FB39E-B01B-443D-AA7C-EC2A4E84FB40}" dt="2023-11-16T00:17:15.142" v="12"/>
          <ac:picMkLst>
            <pc:docMk/>
            <pc:sldMk cId="2038514997" sldId="289"/>
            <ac:picMk id="4" creationId="{B65735FD-B5E3-AEEA-5F98-2BA76DBE2FE5}"/>
          </ac:picMkLst>
        </pc:picChg>
        <pc:picChg chg="add">
          <ac:chgData name="Mueller, Christopher J" userId="S::gu5423zh@go.minnstate.edu::a1cbad94-15c5-43ec-80dc-0886533afca6" providerId="AD" clId="Web-{6B8FB39E-B01B-443D-AA7C-EC2A4E84FB40}" dt="2023-11-16T00:19:28.754" v="18"/>
          <ac:picMkLst>
            <pc:docMk/>
            <pc:sldMk cId="2038514997" sldId="289"/>
            <ac:picMk id="7" creationId="{DF3CBFE2-4F0D-23F3-98BA-133627829715}"/>
          </ac:picMkLst>
        </pc:picChg>
      </pc:sldChg>
      <pc:sldChg chg="addSp delSp modSp del">
        <pc:chgData name="Mueller, Christopher J" userId="S::gu5423zh@go.minnstate.edu::a1cbad94-15c5-43ec-80dc-0886533afca6" providerId="AD" clId="Web-{6B8FB39E-B01B-443D-AA7C-EC2A4E84FB40}" dt="2023-11-16T00:19:32.895" v="19"/>
        <pc:sldMkLst>
          <pc:docMk/>
          <pc:sldMk cId="3668099182" sldId="290"/>
        </pc:sldMkLst>
        <pc:spChg chg="add del mod">
          <ac:chgData name="Mueller, Christopher J" userId="S::gu5423zh@go.minnstate.edu::a1cbad94-15c5-43ec-80dc-0886533afca6" providerId="AD" clId="Web-{6B8FB39E-B01B-443D-AA7C-EC2A4E84FB40}" dt="2023-11-16T00:19:20.582" v="14"/>
          <ac:spMkLst>
            <pc:docMk/>
            <pc:sldMk cId="3668099182" sldId="290"/>
            <ac:spMk id="5" creationId="{E9059772-68DE-E590-2036-62B1FBA4C365}"/>
          </ac:spMkLst>
        </pc:spChg>
        <pc:picChg chg="del">
          <ac:chgData name="Mueller, Christopher J" userId="S::gu5423zh@go.minnstate.edu::a1cbad94-15c5-43ec-80dc-0886533afca6" providerId="AD" clId="Web-{6B8FB39E-B01B-443D-AA7C-EC2A4E84FB40}" dt="2023-11-16T00:17:17.126" v="13"/>
          <ac:picMkLst>
            <pc:docMk/>
            <pc:sldMk cId="3668099182" sldId="290"/>
            <ac:picMk id="4" creationId="{3C148302-4BF4-DCE2-0D49-207D4DF215C3}"/>
          </ac:picMkLst>
        </pc:picChg>
        <pc:picChg chg="add mod ord">
          <ac:chgData name="Mueller, Christopher J" userId="S::gu5423zh@go.minnstate.edu::a1cbad94-15c5-43ec-80dc-0886533afca6" providerId="AD" clId="Web-{6B8FB39E-B01B-443D-AA7C-EC2A4E84FB40}" dt="2023-11-16T00:19:24.301" v="17" actId="1076"/>
          <ac:picMkLst>
            <pc:docMk/>
            <pc:sldMk cId="3668099182" sldId="290"/>
            <ac:picMk id="6" creationId="{3143291E-C3B0-6337-2C8E-11C05DCC6A07}"/>
          </ac:picMkLst>
        </pc:picChg>
      </pc:sldChg>
    </pc:docChg>
  </pc:docChgLst>
  <pc:docChgLst>
    <pc:chgData name="Mueller, Christopher J" userId="S::gu5423zh@go.minnstate.edu::a1cbad94-15c5-43ec-80dc-0886533afca6" providerId="AD" clId="Web-{031AEEB0-4805-47ED-AB25-5DE8033A4FB4}"/>
    <pc:docChg chg="modSld">
      <pc:chgData name="Mueller, Christopher J" userId="S::gu5423zh@go.minnstate.edu::a1cbad94-15c5-43ec-80dc-0886533afca6" providerId="AD" clId="Web-{031AEEB0-4805-47ED-AB25-5DE8033A4FB4}" dt="2023-11-16T16:43:39.769" v="217" actId="20577"/>
      <pc:docMkLst>
        <pc:docMk/>
      </pc:docMkLst>
      <pc:sldChg chg="modSp">
        <pc:chgData name="Mueller, Christopher J" userId="S::gu5423zh@go.minnstate.edu::a1cbad94-15c5-43ec-80dc-0886533afca6" providerId="AD" clId="Web-{031AEEB0-4805-47ED-AB25-5DE8033A4FB4}" dt="2023-11-16T16:22:46.852" v="11" actId="20577"/>
        <pc:sldMkLst>
          <pc:docMk/>
          <pc:sldMk cId="4212760481" sldId="264"/>
        </pc:sldMkLst>
        <pc:spChg chg="mod">
          <ac:chgData name="Mueller, Christopher J" userId="S::gu5423zh@go.minnstate.edu::a1cbad94-15c5-43ec-80dc-0886533afca6" providerId="AD" clId="Web-{031AEEB0-4805-47ED-AB25-5DE8033A4FB4}" dt="2023-11-16T16:22:46.852" v="11" actId="20577"/>
          <ac:spMkLst>
            <pc:docMk/>
            <pc:sldMk cId="4212760481" sldId="264"/>
            <ac:spMk id="5" creationId="{FA4FE0BE-3611-613B-7E84-4926261F4032}"/>
          </ac:spMkLst>
        </pc:spChg>
        <pc:picChg chg="mod modCrop">
          <ac:chgData name="Mueller, Christopher J" userId="S::gu5423zh@go.minnstate.edu::a1cbad94-15c5-43ec-80dc-0886533afca6" providerId="AD" clId="Web-{031AEEB0-4805-47ED-AB25-5DE8033A4FB4}" dt="2023-11-16T16:18:03.596" v="3" actId="1076"/>
          <ac:picMkLst>
            <pc:docMk/>
            <pc:sldMk cId="4212760481" sldId="264"/>
            <ac:picMk id="4" creationId="{A5A43D6B-5A81-0BE9-D4C0-3F837D367BAA}"/>
          </ac:picMkLst>
        </pc:picChg>
      </pc:sldChg>
      <pc:sldChg chg="addSp delSp modSp">
        <pc:chgData name="Mueller, Christopher J" userId="S::gu5423zh@go.minnstate.edu::a1cbad94-15c5-43ec-80dc-0886533afca6" providerId="AD" clId="Web-{031AEEB0-4805-47ED-AB25-5DE8033A4FB4}" dt="2023-11-16T16:33:48.038" v="21" actId="14100"/>
        <pc:sldMkLst>
          <pc:docMk/>
          <pc:sldMk cId="511329707" sldId="265"/>
        </pc:sldMkLst>
        <pc:picChg chg="add del mod">
          <ac:chgData name="Mueller, Christopher J" userId="S::gu5423zh@go.minnstate.edu::a1cbad94-15c5-43ec-80dc-0886533afca6" providerId="AD" clId="Web-{031AEEB0-4805-47ED-AB25-5DE8033A4FB4}" dt="2023-11-16T16:30:25.659" v="15"/>
          <ac:picMkLst>
            <pc:docMk/>
            <pc:sldMk cId="511329707" sldId="265"/>
            <ac:picMk id="3" creationId="{732EE29A-F249-CB77-B78D-1084A4133293}"/>
          </ac:picMkLst>
        </pc:picChg>
        <pc:picChg chg="add mod">
          <ac:chgData name="Mueller, Christopher J" userId="S::gu5423zh@go.minnstate.edu::a1cbad94-15c5-43ec-80dc-0886533afca6" providerId="AD" clId="Web-{031AEEB0-4805-47ED-AB25-5DE8033A4FB4}" dt="2023-11-16T16:33:48.038" v="21" actId="14100"/>
          <ac:picMkLst>
            <pc:docMk/>
            <pc:sldMk cId="511329707" sldId="265"/>
            <ac:picMk id="6" creationId="{55053FBE-D07C-D982-14AD-7C4A242AFCC5}"/>
          </ac:picMkLst>
        </pc:picChg>
      </pc:sldChg>
      <pc:sldChg chg="addSp modSp">
        <pc:chgData name="Mueller, Christopher J" userId="S::gu5423zh@go.minnstate.edu::a1cbad94-15c5-43ec-80dc-0886533afca6" providerId="AD" clId="Web-{031AEEB0-4805-47ED-AB25-5DE8033A4FB4}" dt="2023-11-16T16:43:39.769" v="217" actId="20577"/>
        <pc:sldMkLst>
          <pc:docMk/>
          <pc:sldMk cId="4186794603" sldId="267"/>
        </pc:sldMkLst>
        <pc:spChg chg="add mod">
          <ac:chgData name="Mueller, Christopher J" userId="S::gu5423zh@go.minnstate.edu::a1cbad94-15c5-43ec-80dc-0886533afca6" providerId="AD" clId="Web-{031AEEB0-4805-47ED-AB25-5DE8033A4FB4}" dt="2023-11-16T16:43:39.769" v="217" actId="20577"/>
          <ac:spMkLst>
            <pc:docMk/>
            <pc:sldMk cId="4186794603" sldId="267"/>
            <ac:spMk id="3" creationId="{8B247F65-0A58-7EAA-F736-2346E7043395}"/>
          </ac:spMkLst>
        </pc:spChg>
      </pc:sldChg>
      <pc:sldChg chg="addSp modSp">
        <pc:chgData name="Mueller, Christopher J" userId="S::gu5423zh@go.minnstate.edu::a1cbad94-15c5-43ec-80dc-0886533afca6" providerId="AD" clId="Web-{031AEEB0-4805-47ED-AB25-5DE8033A4FB4}" dt="2023-11-16T16:43:26.144" v="208" actId="20577"/>
        <pc:sldMkLst>
          <pc:docMk/>
          <pc:sldMk cId="2893018387" sldId="268"/>
        </pc:sldMkLst>
        <pc:spChg chg="add mod">
          <ac:chgData name="Mueller, Christopher J" userId="S::gu5423zh@go.minnstate.edu::a1cbad94-15c5-43ec-80dc-0886533afca6" providerId="AD" clId="Web-{031AEEB0-4805-47ED-AB25-5DE8033A4FB4}" dt="2023-11-16T16:43:26.144" v="208" actId="20577"/>
          <ac:spMkLst>
            <pc:docMk/>
            <pc:sldMk cId="2893018387" sldId="268"/>
            <ac:spMk id="5" creationId="{C972C736-01CE-325D-DB72-3B0E254CF288}"/>
          </ac:spMkLst>
        </pc:spChg>
      </pc:sldChg>
    </pc:docChg>
  </pc:docChgLst>
  <pc:docChgLst>
    <pc:chgData name="Mueller, Christopher J" userId="S::gu5423zh@go.minnstate.edu::a1cbad94-15c5-43ec-80dc-0886533afca6" providerId="AD" clId="Web-{BD45A3A5-3CB4-CD57-70D1-9794C78113A3}"/>
    <pc:docChg chg="addSld delSld modSld">
      <pc:chgData name="Mueller, Christopher J" userId="S::gu5423zh@go.minnstate.edu::a1cbad94-15c5-43ec-80dc-0886533afca6" providerId="AD" clId="Web-{BD45A3A5-3CB4-CD57-70D1-9794C78113A3}" dt="2023-11-14T19:57:16.323" v="303"/>
      <pc:docMkLst>
        <pc:docMk/>
      </pc:docMkLst>
      <pc:sldChg chg="del">
        <pc:chgData name="Mueller, Christopher J" userId="S::gu5423zh@go.minnstate.edu::a1cbad94-15c5-43ec-80dc-0886533afca6" providerId="AD" clId="Web-{BD45A3A5-3CB4-CD57-70D1-9794C78113A3}" dt="2023-11-14T19:31:11.874" v="0"/>
        <pc:sldMkLst>
          <pc:docMk/>
          <pc:sldMk cId="24667547" sldId="261"/>
        </pc:sldMkLst>
      </pc:sldChg>
      <pc:sldChg chg="addSp delSp modSp">
        <pc:chgData name="Mueller, Christopher J" userId="S::gu5423zh@go.minnstate.edu::a1cbad94-15c5-43ec-80dc-0886533afca6" providerId="AD" clId="Web-{BD45A3A5-3CB4-CD57-70D1-9794C78113A3}" dt="2023-11-14T19:57:16.323" v="303"/>
        <pc:sldMkLst>
          <pc:docMk/>
          <pc:sldMk cId="4212760481" sldId="264"/>
        </pc:sldMkLst>
        <pc:picChg chg="add del mod">
          <ac:chgData name="Mueller, Christopher J" userId="S::gu5423zh@go.minnstate.edu::a1cbad94-15c5-43ec-80dc-0886533afca6" providerId="AD" clId="Web-{BD45A3A5-3CB4-CD57-70D1-9794C78113A3}" dt="2023-11-14T19:57:16.323" v="303"/>
          <ac:picMkLst>
            <pc:docMk/>
            <pc:sldMk cId="4212760481" sldId="264"/>
            <ac:picMk id="3" creationId="{78066A9C-DE08-D625-0448-AD069ED256ED}"/>
          </ac:picMkLst>
        </pc:picChg>
        <pc:picChg chg="mod">
          <ac:chgData name="Mueller, Christopher J" userId="S::gu5423zh@go.minnstate.edu::a1cbad94-15c5-43ec-80dc-0886533afca6" providerId="AD" clId="Web-{BD45A3A5-3CB4-CD57-70D1-9794C78113A3}" dt="2023-11-14T19:56:49.650" v="300" actId="14100"/>
          <ac:picMkLst>
            <pc:docMk/>
            <pc:sldMk cId="4212760481" sldId="264"/>
            <ac:picMk id="4" creationId="{A5A43D6B-5A81-0BE9-D4C0-3F837D367BAA}"/>
          </ac:picMkLst>
        </pc:picChg>
      </pc:sldChg>
      <pc:sldChg chg="modSp">
        <pc:chgData name="Mueller, Christopher J" userId="S::gu5423zh@go.minnstate.edu::a1cbad94-15c5-43ec-80dc-0886533afca6" providerId="AD" clId="Web-{BD45A3A5-3CB4-CD57-70D1-9794C78113A3}" dt="2023-11-14T19:55:12.238" v="299" actId="20577"/>
        <pc:sldMkLst>
          <pc:docMk/>
          <pc:sldMk cId="1703823200" sldId="272"/>
        </pc:sldMkLst>
        <pc:spChg chg="mod">
          <ac:chgData name="Mueller, Christopher J" userId="S::gu5423zh@go.minnstate.edu::a1cbad94-15c5-43ec-80dc-0886533afca6" providerId="AD" clId="Web-{BD45A3A5-3CB4-CD57-70D1-9794C78113A3}" dt="2023-11-14T19:31:29.406" v="10" actId="20577"/>
          <ac:spMkLst>
            <pc:docMk/>
            <pc:sldMk cId="1703823200" sldId="272"/>
            <ac:spMk id="2" creationId="{CA1EC5C4-F614-ED61-5F2D-F94151DBBD07}"/>
          </ac:spMkLst>
        </pc:spChg>
        <pc:spChg chg="mod">
          <ac:chgData name="Mueller, Christopher J" userId="S::gu5423zh@go.minnstate.edu::a1cbad94-15c5-43ec-80dc-0886533afca6" providerId="AD" clId="Web-{BD45A3A5-3CB4-CD57-70D1-9794C78113A3}" dt="2023-11-14T19:55:12.238" v="299" actId="20577"/>
          <ac:spMkLst>
            <pc:docMk/>
            <pc:sldMk cId="1703823200" sldId="272"/>
            <ac:spMk id="3" creationId="{0A9DF5F6-4CCF-6672-1F72-FA83E4BE0AE2}"/>
          </ac:spMkLst>
        </pc:spChg>
      </pc:sldChg>
      <pc:sldChg chg="modSp">
        <pc:chgData name="Mueller, Christopher J" userId="S::gu5423zh@go.minnstate.edu::a1cbad94-15c5-43ec-80dc-0886533afca6" providerId="AD" clId="Web-{BD45A3A5-3CB4-CD57-70D1-9794C78113A3}" dt="2023-11-14T19:37:03.441" v="179" actId="14100"/>
        <pc:sldMkLst>
          <pc:docMk/>
          <pc:sldMk cId="2093926836" sldId="275"/>
        </pc:sldMkLst>
        <pc:spChg chg="mod">
          <ac:chgData name="Mueller, Christopher J" userId="S::gu5423zh@go.minnstate.edu::a1cbad94-15c5-43ec-80dc-0886533afca6" providerId="AD" clId="Web-{BD45A3A5-3CB4-CD57-70D1-9794C78113A3}" dt="2023-11-14T19:32:05.017" v="50" actId="20577"/>
          <ac:spMkLst>
            <pc:docMk/>
            <pc:sldMk cId="2093926836" sldId="275"/>
            <ac:spMk id="3" creationId="{2A094474-8604-29A3-AD38-ED98F4302B12}"/>
          </ac:spMkLst>
        </pc:spChg>
        <pc:picChg chg="mod">
          <ac:chgData name="Mueller, Christopher J" userId="S::gu5423zh@go.minnstate.edu::a1cbad94-15c5-43ec-80dc-0886533afca6" providerId="AD" clId="Web-{BD45A3A5-3CB4-CD57-70D1-9794C78113A3}" dt="2023-11-14T19:37:03.441" v="179" actId="14100"/>
          <ac:picMkLst>
            <pc:docMk/>
            <pc:sldMk cId="2093926836" sldId="275"/>
            <ac:picMk id="4" creationId="{E184D3D6-265A-FE78-E806-DE7DD2F2FF73}"/>
          </ac:picMkLst>
        </pc:picChg>
      </pc:sldChg>
      <pc:sldChg chg="addSp delSp modSp">
        <pc:chgData name="Mueller, Christopher J" userId="S::gu5423zh@go.minnstate.edu::a1cbad94-15c5-43ec-80dc-0886533afca6" providerId="AD" clId="Web-{BD45A3A5-3CB4-CD57-70D1-9794C78113A3}" dt="2023-11-14T19:47:05.991" v="240" actId="1076"/>
        <pc:sldMkLst>
          <pc:docMk/>
          <pc:sldMk cId="4140244896" sldId="276"/>
        </pc:sldMkLst>
        <pc:picChg chg="mod">
          <ac:chgData name="Mueller, Christopher J" userId="S::gu5423zh@go.minnstate.edu::a1cbad94-15c5-43ec-80dc-0886533afca6" providerId="AD" clId="Web-{BD45A3A5-3CB4-CD57-70D1-9794C78113A3}" dt="2023-11-14T19:47:01.194" v="238" actId="1076"/>
          <ac:picMkLst>
            <pc:docMk/>
            <pc:sldMk cId="4140244896" sldId="276"/>
            <ac:picMk id="4" creationId="{D56F2774-F392-C7E5-0726-B57ECBF70ECD}"/>
          </ac:picMkLst>
        </pc:picChg>
        <pc:picChg chg="add del mod">
          <ac:chgData name="Mueller, Christopher J" userId="S::gu5423zh@go.minnstate.edu::a1cbad94-15c5-43ec-80dc-0886533afca6" providerId="AD" clId="Web-{BD45A3A5-3CB4-CD57-70D1-9794C78113A3}" dt="2023-11-14T19:38:06.569" v="185"/>
          <ac:picMkLst>
            <pc:docMk/>
            <pc:sldMk cId="4140244896" sldId="276"/>
            <ac:picMk id="5" creationId="{8D8A1588-9CE5-4C02-87F3-23D3B9DD8AB2}"/>
          </ac:picMkLst>
        </pc:picChg>
        <pc:picChg chg="add mod">
          <ac:chgData name="Mueller, Christopher J" userId="S::gu5423zh@go.minnstate.edu::a1cbad94-15c5-43ec-80dc-0886533afca6" providerId="AD" clId="Web-{BD45A3A5-3CB4-CD57-70D1-9794C78113A3}" dt="2023-11-14T19:41:35.081" v="209" actId="14100"/>
          <ac:picMkLst>
            <pc:docMk/>
            <pc:sldMk cId="4140244896" sldId="276"/>
            <ac:picMk id="6" creationId="{0E75B015-25DD-BDF5-C9F2-676967632F88}"/>
          </ac:picMkLst>
        </pc:picChg>
        <pc:picChg chg="add mod">
          <ac:chgData name="Mueller, Christopher J" userId="S::gu5423zh@go.minnstate.edu::a1cbad94-15c5-43ec-80dc-0886533afca6" providerId="AD" clId="Web-{BD45A3A5-3CB4-CD57-70D1-9794C78113A3}" dt="2023-11-14T19:41:30.128" v="208" actId="14100"/>
          <ac:picMkLst>
            <pc:docMk/>
            <pc:sldMk cId="4140244896" sldId="276"/>
            <ac:picMk id="7" creationId="{6B20DED0-04FE-0BE0-D477-44CD4F8615CD}"/>
          </ac:picMkLst>
        </pc:picChg>
        <pc:picChg chg="add mod">
          <ac:chgData name="Mueller, Christopher J" userId="S::gu5423zh@go.minnstate.edu::a1cbad94-15c5-43ec-80dc-0886533afca6" providerId="AD" clId="Web-{BD45A3A5-3CB4-CD57-70D1-9794C78113A3}" dt="2023-11-14T19:47:05.991" v="240" actId="1076"/>
          <ac:picMkLst>
            <pc:docMk/>
            <pc:sldMk cId="4140244896" sldId="276"/>
            <ac:picMk id="8" creationId="{3B87C684-EA65-325B-530A-3946BDD656CE}"/>
          </ac:picMkLst>
        </pc:picChg>
      </pc:sldChg>
      <pc:sldChg chg="addSp modSp">
        <pc:chgData name="Mueller, Christopher J" userId="S::gu5423zh@go.minnstate.edu::a1cbad94-15c5-43ec-80dc-0886533afca6" providerId="AD" clId="Web-{BD45A3A5-3CB4-CD57-70D1-9794C78113A3}" dt="2023-11-14T19:47:35.368" v="246" actId="14100"/>
        <pc:sldMkLst>
          <pc:docMk/>
          <pc:sldMk cId="3600432080" sldId="277"/>
        </pc:sldMkLst>
        <pc:spChg chg="mod">
          <ac:chgData name="Mueller, Christopher J" userId="S::gu5423zh@go.minnstate.edu::a1cbad94-15c5-43ec-80dc-0886533afca6" providerId="AD" clId="Web-{BD45A3A5-3CB4-CD57-70D1-9794C78113A3}" dt="2023-11-14T19:33:56.149" v="57" actId="20577"/>
          <ac:spMkLst>
            <pc:docMk/>
            <pc:sldMk cId="3600432080" sldId="277"/>
            <ac:spMk id="2" creationId="{AB2F1CAA-239F-7774-2323-C64A165BE59A}"/>
          </ac:spMkLst>
        </pc:spChg>
        <pc:picChg chg="mod">
          <ac:chgData name="Mueller, Christopher J" userId="S::gu5423zh@go.minnstate.edu::a1cbad94-15c5-43ec-80dc-0886533afca6" providerId="AD" clId="Web-{BD45A3A5-3CB4-CD57-70D1-9794C78113A3}" dt="2023-11-14T19:47:31.414" v="244" actId="1076"/>
          <ac:picMkLst>
            <pc:docMk/>
            <pc:sldMk cId="3600432080" sldId="277"/>
            <ac:picMk id="4" creationId="{4D0F735E-9197-FF48-BD5E-1368D2F1879E}"/>
          </ac:picMkLst>
        </pc:picChg>
        <pc:picChg chg="add mod">
          <ac:chgData name="Mueller, Christopher J" userId="S::gu5423zh@go.minnstate.edu::a1cbad94-15c5-43ec-80dc-0886533afca6" providerId="AD" clId="Web-{BD45A3A5-3CB4-CD57-70D1-9794C78113A3}" dt="2023-11-14T19:47:35.368" v="246" actId="14100"/>
          <ac:picMkLst>
            <pc:docMk/>
            <pc:sldMk cId="3600432080" sldId="277"/>
            <ac:picMk id="5" creationId="{4E93F0F0-720A-FC05-6B98-EDAF2BFA84EF}"/>
          </ac:picMkLst>
        </pc:picChg>
      </pc:sldChg>
      <pc:sldChg chg="addSp modSp">
        <pc:chgData name="Mueller, Christopher J" userId="S::gu5423zh@go.minnstate.edu::a1cbad94-15c5-43ec-80dc-0886533afca6" providerId="AD" clId="Web-{BD45A3A5-3CB4-CD57-70D1-9794C78113A3}" dt="2023-11-14T19:48:00.166" v="250" actId="1076"/>
        <pc:sldMkLst>
          <pc:docMk/>
          <pc:sldMk cId="3137054860" sldId="278"/>
        </pc:sldMkLst>
        <pc:spChg chg="mod">
          <ac:chgData name="Mueller, Christopher J" userId="S::gu5423zh@go.minnstate.edu::a1cbad94-15c5-43ec-80dc-0886533afca6" providerId="AD" clId="Web-{BD45A3A5-3CB4-CD57-70D1-9794C78113A3}" dt="2023-11-14T19:38:34.133" v="188"/>
          <ac:spMkLst>
            <pc:docMk/>
            <pc:sldMk cId="3137054860" sldId="278"/>
            <ac:spMk id="3" creationId="{01AC383E-046E-34B6-716C-A5118D388C0F}"/>
          </ac:spMkLst>
        </pc:spChg>
        <pc:picChg chg="add">
          <ac:chgData name="Mueller, Christopher J" userId="S::gu5423zh@go.minnstate.edu::a1cbad94-15c5-43ec-80dc-0886533afca6" providerId="AD" clId="Web-{BD45A3A5-3CB4-CD57-70D1-9794C78113A3}" dt="2023-11-14T19:39:44.450" v="192"/>
          <ac:picMkLst>
            <pc:docMk/>
            <pc:sldMk cId="3137054860" sldId="278"/>
            <ac:picMk id="5" creationId="{94C52EE8-4607-7BE1-1FF2-8AEA3035F80B}"/>
          </ac:picMkLst>
        </pc:picChg>
        <pc:picChg chg="add mod">
          <ac:chgData name="Mueller, Christopher J" userId="S::gu5423zh@go.minnstate.edu::a1cbad94-15c5-43ec-80dc-0886533afca6" providerId="AD" clId="Web-{BD45A3A5-3CB4-CD57-70D1-9794C78113A3}" dt="2023-11-14T19:42:17.896" v="212" actId="14100"/>
          <ac:picMkLst>
            <pc:docMk/>
            <pc:sldMk cId="3137054860" sldId="278"/>
            <ac:picMk id="6" creationId="{DB88C315-9465-A7A8-C526-C30D86FE8E15}"/>
          </ac:picMkLst>
        </pc:picChg>
        <pc:picChg chg="add mod">
          <ac:chgData name="Mueller, Christopher J" userId="S::gu5423zh@go.minnstate.edu::a1cbad94-15c5-43ec-80dc-0886533afca6" providerId="AD" clId="Web-{BD45A3A5-3CB4-CD57-70D1-9794C78113A3}" dt="2023-11-14T19:48:00.166" v="250" actId="1076"/>
          <ac:picMkLst>
            <pc:docMk/>
            <pc:sldMk cId="3137054860" sldId="278"/>
            <ac:picMk id="7" creationId="{81114EAA-F3E3-C870-E1C3-6FE49FD1AC73}"/>
          </ac:picMkLst>
        </pc:picChg>
      </pc:sldChg>
      <pc:sldChg chg="addSp modSp">
        <pc:chgData name="Mueller, Christopher J" userId="S::gu5423zh@go.minnstate.edu::a1cbad94-15c5-43ec-80dc-0886533afca6" providerId="AD" clId="Web-{BD45A3A5-3CB4-CD57-70D1-9794C78113A3}" dt="2023-11-14T19:48:31.637" v="253" actId="14100"/>
        <pc:sldMkLst>
          <pc:docMk/>
          <pc:sldMk cId="3431002600" sldId="279"/>
        </pc:sldMkLst>
        <pc:picChg chg="add">
          <ac:chgData name="Mueller, Christopher J" userId="S::gu5423zh@go.minnstate.edu::a1cbad94-15c5-43ec-80dc-0886533afca6" providerId="AD" clId="Web-{BD45A3A5-3CB4-CD57-70D1-9794C78113A3}" dt="2023-11-14T19:39:48.075" v="193"/>
          <ac:picMkLst>
            <pc:docMk/>
            <pc:sldMk cId="3431002600" sldId="279"/>
            <ac:picMk id="5" creationId="{A32656CE-5E48-BC35-5CDC-3137FBBA768C}"/>
          </ac:picMkLst>
        </pc:picChg>
        <pc:picChg chg="add mod">
          <ac:chgData name="Mueller, Christopher J" userId="S::gu5423zh@go.minnstate.edu::a1cbad94-15c5-43ec-80dc-0886533afca6" providerId="AD" clId="Web-{BD45A3A5-3CB4-CD57-70D1-9794C78113A3}" dt="2023-11-14T19:42:52.508" v="215" actId="14100"/>
          <ac:picMkLst>
            <pc:docMk/>
            <pc:sldMk cId="3431002600" sldId="279"/>
            <ac:picMk id="6" creationId="{CB73A9C3-1132-E28D-C2D1-4E67A308F791}"/>
          </ac:picMkLst>
        </pc:picChg>
        <pc:picChg chg="add mod">
          <ac:chgData name="Mueller, Christopher J" userId="S::gu5423zh@go.minnstate.edu::a1cbad94-15c5-43ec-80dc-0886533afca6" providerId="AD" clId="Web-{BD45A3A5-3CB4-CD57-70D1-9794C78113A3}" dt="2023-11-14T19:48:31.637" v="253" actId="14100"/>
          <ac:picMkLst>
            <pc:docMk/>
            <pc:sldMk cId="3431002600" sldId="279"/>
            <ac:picMk id="7" creationId="{35571A84-0F18-29C3-2588-3E1664CE304B}"/>
          </ac:picMkLst>
        </pc:picChg>
      </pc:sldChg>
      <pc:sldChg chg="addSp delSp modSp">
        <pc:chgData name="Mueller, Christopher J" userId="S::gu5423zh@go.minnstate.edu::a1cbad94-15c5-43ec-80dc-0886533afca6" providerId="AD" clId="Web-{BD45A3A5-3CB4-CD57-70D1-9794C78113A3}" dt="2023-11-14T19:48:52.435" v="256" actId="14100"/>
        <pc:sldMkLst>
          <pc:docMk/>
          <pc:sldMk cId="661848445" sldId="280"/>
        </pc:sldMkLst>
        <pc:spChg chg="mod">
          <ac:chgData name="Mueller, Christopher J" userId="S::gu5423zh@go.minnstate.edu::a1cbad94-15c5-43ec-80dc-0886533afca6" providerId="AD" clId="Web-{BD45A3A5-3CB4-CD57-70D1-9794C78113A3}" dt="2023-11-14T19:32:25.815" v="51" actId="20577"/>
          <ac:spMkLst>
            <pc:docMk/>
            <pc:sldMk cId="661848445" sldId="280"/>
            <ac:spMk id="2" creationId="{41128116-624F-B3D5-A46B-7563DD5D14CC}"/>
          </ac:spMkLst>
        </pc:spChg>
        <pc:spChg chg="del">
          <ac:chgData name="Mueller, Christopher J" userId="S::gu5423zh@go.minnstate.edu::a1cbad94-15c5-43ec-80dc-0886533afca6" providerId="AD" clId="Web-{BD45A3A5-3CB4-CD57-70D1-9794C78113A3}" dt="2023-11-14T19:43:13.603" v="216"/>
          <ac:spMkLst>
            <pc:docMk/>
            <pc:sldMk cId="661848445" sldId="280"/>
            <ac:spMk id="3" creationId="{E8B3FEFE-75F6-38F6-E551-CEC13515053C}"/>
          </ac:spMkLst>
        </pc:spChg>
        <pc:picChg chg="add">
          <ac:chgData name="Mueller, Christopher J" userId="S::gu5423zh@go.minnstate.edu::a1cbad94-15c5-43ec-80dc-0886533afca6" providerId="AD" clId="Web-{BD45A3A5-3CB4-CD57-70D1-9794C78113A3}" dt="2023-11-14T19:39:51.294" v="194"/>
          <ac:picMkLst>
            <pc:docMk/>
            <pc:sldMk cId="661848445" sldId="280"/>
            <ac:picMk id="5" creationId="{8CB896A9-5AA3-40B5-C1DA-A35AA740FB65}"/>
          </ac:picMkLst>
        </pc:picChg>
        <pc:picChg chg="add mod ord">
          <ac:chgData name="Mueller, Christopher J" userId="S::gu5423zh@go.minnstate.edu::a1cbad94-15c5-43ec-80dc-0886533afca6" providerId="AD" clId="Web-{BD45A3A5-3CB4-CD57-70D1-9794C78113A3}" dt="2023-11-14T19:43:17.775" v="217" actId="1076"/>
          <ac:picMkLst>
            <pc:docMk/>
            <pc:sldMk cId="661848445" sldId="280"/>
            <ac:picMk id="6" creationId="{74C52A8B-5C4F-3523-8451-223038E6AA0E}"/>
          </ac:picMkLst>
        </pc:picChg>
        <pc:picChg chg="add mod">
          <ac:chgData name="Mueller, Christopher J" userId="S::gu5423zh@go.minnstate.edu::a1cbad94-15c5-43ec-80dc-0886533afca6" providerId="AD" clId="Web-{BD45A3A5-3CB4-CD57-70D1-9794C78113A3}" dt="2023-11-14T19:48:52.435" v="256" actId="14100"/>
          <ac:picMkLst>
            <pc:docMk/>
            <pc:sldMk cId="661848445" sldId="280"/>
            <ac:picMk id="7" creationId="{B8DB4C60-CCDF-1228-93DE-2F481F33411D}"/>
          </ac:picMkLst>
        </pc:picChg>
      </pc:sldChg>
      <pc:sldChg chg="addSp delSp modSp">
        <pc:chgData name="Mueller, Christopher J" userId="S::gu5423zh@go.minnstate.edu::a1cbad94-15c5-43ec-80dc-0886533afca6" providerId="AD" clId="Web-{BD45A3A5-3CB4-CD57-70D1-9794C78113A3}" dt="2023-11-14T19:49:10.670" v="259" actId="14100"/>
        <pc:sldMkLst>
          <pc:docMk/>
          <pc:sldMk cId="536646460" sldId="281"/>
        </pc:sldMkLst>
        <pc:spChg chg="del">
          <ac:chgData name="Mueller, Christopher J" userId="S::gu5423zh@go.minnstate.edu::a1cbad94-15c5-43ec-80dc-0886533afca6" providerId="AD" clId="Web-{BD45A3A5-3CB4-CD57-70D1-9794C78113A3}" dt="2023-11-14T19:43:43.245" v="218"/>
          <ac:spMkLst>
            <pc:docMk/>
            <pc:sldMk cId="536646460" sldId="281"/>
            <ac:spMk id="3" creationId="{049F2243-E968-CCC0-9514-E954F0BD3670}"/>
          </ac:spMkLst>
        </pc:spChg>
        <pc:picChg chg="add">
          <ac:chgData name="Mueller, Christopher J" userId="S::gu5423zh@go.minnstate.edu::a1cbad94-15c5-43ec-80dc-0886533afca6" providerId="AD" clId="Web-{BD45A3A5-3CB4-CD57-70D1-9794C78113A3}" dt="2023-11-14T19:39:53.841" v="195"/>
          <ac:picMkLst>
            <pc:docMk/>
            <pc:sldMk cId="536646460" sldId="281"/>
            <ac:picMk id="5" creationId="{003E1F3F-ACC4-96F9-D5DE-033EFE9522F3}"/>
          </ac:picMkLst>
        </pc:picChg>
        <pc:picChg chg="add mod ord">
          <ac:chgData name="Mueller, Christopher J" userId="S::gu5423zh@go.minnstate.edu::a1cbad94-15c5-43ec-80dc-0886533afca6" providerId="AD" clId="Web-{BD45A3A5-3CB4-CD57-70D1-9794C78113A3}" dt="2023-11-14T19:43:46.651" v="219" actId="1076"/>
          <ac:picMkLst>
            <pc:docMk/>
            <pc:sldMk cId="536646460" sldId="281"/>
            <ac:picMk id="6" creationId="{CBAA5FEA-D3F7-0E9A-3735-EDE354BFBD46}"/>
          </ac:picMkLst>
        </pc:picChg>
        <pc:picChg chg="add mod">
          <ac:chgData name="Mueller, Christopher J" userId="S::gu5423zh@go.minnstate.edu::a1cbad94-15c5-43ec-80dc-0886533afca6" providerId="AD" clId="Web-{BD45A3A5-3CB4-CD57-70D1-9794C78113A3}" dt="2023-11-14T19:49:10.670" v="259" actId="14100"/>
          <ac:picMkLst>
            <pc:docMk/>
            <pc:sldMk cId="536646460" sldId="281"/>
            <ac:picMk id="7" creationId="{C6103133-2BE5-4C37-F3D4-ED094FBC963B}"/>
          </ac:picMkLst>
        </pc:picChg>
      </pc:sldChg>
      <pc:sldChg chg="addSp delSp modSp">
        <pc:chgData name="Mueller, Christopher J" userId="S::gu5423zh@go.minnstate.edu::a1cbad94-15c5-43ec-80dc-0886533afca6" providerId="AD" clId="Web-{BD45A3A5-3CB4-CD57-70D1-9794C78113A3}" dt="2023-11-14T19:49:32.624" v="262" actId="14100"/>
        <pc:sldMkLst>
          <pc:docMk/>
          <pc:sldMk cId="1055329605" sldId="282"/>
        </pc:sldMkLst>
        <pc:spChg chg="del">
          <ac:chgData name="Mueller, Christopher J" userId="S::gu5423zh@go.minnstate.edu::a1cbad94-15c5-43ec-80dc-0886533afca6" providerId="AD" clId="Web-{BD45A3A5-3CB4-CD57-70D1-9794C78113A3}" dt="2023-11-14T19:44:02.918" v="220"/>
          <ac:spMkLst>
            <pc:docMk/>
            <pc:sldMk cId="1055329605" sldId="282"/>
            <ac:spMk id="3" creationId="{67C967F3-8C70-90FD-5AFD-12EC697CCD9F}"/>
          </ac:spMkLst>
        </pc:spChg>
        <pc:picChg chg="add">
          <ac:chgData name="Mueller, Christopher J" userId="S::gu5423zh@go.minnstate.edu::a1cbad94-15c5-43ec-80dc-0886533afca6" providerId="AD" clId="Web-{BD45A3A5-3CB4-CD57-70D1-9794C78113A3}" dt="2023-11-14T19:39:56.419" v="196"/>
          <ac:picMkLst>
            <pc:docMk/>
            <pc:sldMk cId="1055329605" sldId="282"/>
            <ac:picMk id="5" creationId="{1727F73A-745D-0504-D0AF-1AAF5CFB4818}"/>
          </ac:picMkLst>
        </pc:picChg>
        <pc:picChg chg="add mod ord">
          <ac:chgData name="Mueller, Christopher J" userId="S::gu5423zh@go.minnstate.edu::a1cbad94-15c5-43ec-80dc-0886533afca6" providerId="AD" clId="Web-{BD45A3A5-3CB4-CD57-70D1-9794C78113A3}" dt="2023-11-14T19:44:06.340" v="221" actId="1076"/>
          <ac:picMkLst>
            <pc:docMk/>
            <pc:sldMk cId="1055329605" sldId="282"/>
            <ac:picMk id="6" creationId="{D90AC3C2-26AC-A8A6-59A7-0E40D98FE3AE}"/>
          </ac:picMkLst>
        </pc:picChg>
        <pc:picChg chg="add mod">
          <ac:chgData name="Mueller, Christopher J" userId="S::gu5423zh@go.minnstate.edu::a1cbad94-15c5-43ec-80dc-0886533afca6" providerId="AD" clId="Web-{BD45A3A5-3CB4-CD57-70D1-9794C78113A3}" dt="2023-11-14T19:49:32.624" v="262" actId="14100"/>
          <ac:picMkLst>
            <pc:docMk/>
            <pc:sldMk cId="1055329605" sldId="282"/>
            <ac:picMk id="7" creationId="{B5C3E7A7-E635-FBF6-718D-45CF9C2CDFB5}"/>
          </ac:picMkLst>
        </pc:picChg>
      </pc:sldChg>
      <pc:sldChg chg="addSp delSp modSp new">
        <pc:chgData name="Mueller, Christopher J" userId="S::gu5423zh@go.minnstate.edu::a1cbad94-15c5-43ec-80dc-0886533afca6" providerId="AD" clId="Web-{BD45A3A5-3CB4-CD57-70D1-9794C78113A3}" dt="2023-11-14T19:50:05.408" v="265" actId="14100"/>
        <pc:sldMkLst>
          <pc:docMk/>
          <pc:sldMk cId="1065910892" sldId="283"/>
        </pc:sldMkLst>
        <pc:spChg chg="mod">
          <ac:chgData name="Mueller, Christopher J" userId="S::gu5423zh@go.minnstate.edu::a1cbad94-15c5-43ec-80dc-0886533afca6" providerId="AD" clId="Web-{BD45A3A5-3CB4-CD57-70D1-9794C78113A3}" dt="2023-11-14T19:34:10.962" v="72" actId="20577"/>
          <ac:spMkLst>
            <pc:docMk/>
            <pc:sldMk cId="1065910892" sldId="283"/>
            <ac:spMk id="2" creationId="{48E9968C-3AC8-3583-E684-1D3030E20B49}"/>
          </ac:spMkLst>
        </pc:spChg>
        <pc:spChg chg="del">
          <ac:chgData name="Mueller, Christopher J" userId="S::gu5423zh@go.minnstate.edu::a1cbad94-15c5-43ec-80dc-0886533afca6" providerId="AD" clId="Web-{BD45A3A5-3CB4-CD57-70D1-9794C78113A3}" dt="2023-11-14T19:44:22.747" v="222"/>
          <ac:spMkLst>
            <pc:docMk/>
            <pc:sldMk cId="1065910892" sldId="283"/>
            <ac:spMk id="3" creationId="{2B3761DF-EFFF-1090-F41D-B356EEDC0C06}"/>
          </ac:spMkLst>
        </pc:spChg>
        <pc:picChg chg="add">
          <ac:chgData name="Mueller, Christopher J" userId="S::gu5423zh@go.minnstate.edu::a1cbad94-15c5-43ec-80dc-0886533afca6" providerId="AD" clId="Web-{BD45A3A5-3CB4-CD57-70D1-9794C78113A3}" dt="2023-11-14T19:39:58.591" v="197"/>
          <ac:picMkLst>
            <pc:docMk/>
            <pc:sldMk cId="1065910892" sldId="283"/>
            <ac:picMk id="5" creationId="{BED058AB-C7CA-6F00-489A-202F9EFE0AD8}"/>
          </ac:picMkLst>
        </pc:picChg>
        <pc:picChg chg="add mod ord">
          <ac:chgData name="Mueller, Christopher J" userId="S::gu5423zh@go.minnstate.edu::a1cbad94-15c5-43ec-80dc-0886533afca6" providerId="AD" clId="Web-{BD45A3A5-3CB4-CD57-70D1-9794C78113A3}" dt="2023-11-14T19:44:25.966" v="223" actId="1076"/>
          <ac:picMkLst>
            <pc:docMk/>
            <pc:sldMk cId="1065910892" sldId="283"/>
            <ac:picMk id="6" creationId="{99E49CF4-9293-9832-6ED0-9BAC9F793D1C}"/>
          </ac:picMkLst>
        </pc:picChg>
        <pc:picChg chg="add mod">
          <ac:chgData name="Mueller, Christopher J" userId="S::gu5423zh@go.minnstate.edu::a1cbad94-15c5-43ec-80dc-0886533afca6" providerId="AD" clId="Web-{BD45A3A5-3CB4-CD57-70D1-9794C78113A3}" dt="2023-11-14T19:50:05.408" v="265" actId="14100"/>
          <ac:picMkLst>
            <pc:docMk/>
            <pc:sldMk cId="1065910892" sldId="283"/>
            <ac:picMk id="7" creationId="{60A4F132-7881-C77E-17C0-39BB3ADF81E1}"/>
          </ac:picMkLst>
        </pc:picChg>
      </pc:sldChg>
      <pc:sldChg chg="addSp delSp modSp new">
        <pc:chgData name="Mueller, Christopher J" userId="S::gu5423zh@go.minnstate.edu::a1cbad94-15c5-43ec-80dc-0886533afca6" providerId="AD" clId="Web-{BD45A3A5-3CB4-CD57-70D1-9794C78113A3}" dt="2023-11-14T19:50:16.143" v="268" actId="14100"/>
        <pc:sldMkLst>
          <pc:docMk/>
          <pc:sldMk cId="2652434018" sldId="284"/>
        </pc:sldMkLst>
        <pc:spChg chg="mod">
          <ac:chgData name="Mueller, Christopher J" userId="S::gu5423zh@go.minnstate.edu::a1cbad94-15c5-43ec-80dc-0886533afca6" providerId="AD" clId="Web-{BD45A3A5-3CB4-CD57-70D1-9794C78113A3}" dt="2023-11-14T19:34:23.119" v="86" actId="20577"/>
          <ac:spMkLst>
            <pc:docMk/>
            <pc:sldMk cId="2652434018" sldId="284"/>
            <ac:spMk id="2" creationId="{004113F2-CAAA-CA26-439E-4B27411103A9}"/>
          </ac:spMkLst>
        </pc:spChg>
        <pc:spChg chg="del">
          <ac:chgData name="Mueller, Christopher J" userId="S::gu5423zh@go.minnstate.edu::a1cbad94-15c5-43ec-80dc-0886533afca6" providerId="AD" clId="Web-{BD45A3A5-3CB4-CD57-70D1-9794C78113A3}" dt="2023-11-14T19:44:50.124" v="224"/>
          <ac:spMkLst>
            <pc:docMk/>
            <pc:sldMk cId="2652434018" sldId="284"/>
            <ac:spMk id="3" creationId="{F3908DA8-BA1E-9567-E85B-2CE751858A54}"/>
          </ac:spMkLst>
        </pc:spChg>
        <pc:picChg chg="add">
          <ac:chgData name="Mueller, Christopher J" userId="S::gu5423zh@go.minnstate.edu::a1cbad94-15c5-43ec-80dc-0886533afca6" providerId="AD" clId="Web-{BD45A3A5-3CB4-CD57-70D1-9794C78113A3}" dt="2023-11-14T19:40:01.013" v="198"/>
          <ac:picMkLst>
            <pc:docMk/>
            <pc:sldMk cId="2652434018" sldId="284"/>
            <ac:picMk id="5" creationId="{37B66A44-713C-39D1-2143-C915AE8F54D1}"/>
          </ac:picMkLst>
        </pc:picChg>
        <pc:picChg chg="add mod ord">
          <ac:chgData name="Mueller, Christopher J" userId="S::gu5423zh@go.minnstate.edu::a1cbad94-15c5-43ec-80dc-0886533afca6" providerId="AD" clId="Web-{BD45A3A5-3CB4-CD57-70D1-9794C78113A3}" dt="2023-11-14T19:44:53.843" v="225" actId="1076"/>
          <ac:picMkLst>
            <pc:docMk/>
            <pc:sldMk cId="2652434018" sldId="284"/>
            <ac:picMk id="6" creationId="{740561C0-4145-43D6-3A9A-38B6CE2A647B}"/>
          </ac:picMkLst>
        </pc:picChg>
        <pc:picChg chg="add mod">
          <ac:chgData name="Mueller, Christopher J" userId="S::gu5423zh@go.minnstate.edu::a1cbad94-15c5-43ec-80dc-0886533afca6" providerId="AD" clId="Web-{BD45A3A5-3CB4-CD57-70D1-9794C78113A3}" dt="2023-11-14T19:50:16.143" v="268" actId="14100"/>
          <ac:picMkLst>
            <pc:docMk/>
            <pc:sldMk cId="2652434018" sldId="284"/>
            <ac:picMk id="7" creationId="{2218AAA8-497A-ACB3-26C2-644972919D2E}"/>
          </ac:picMkLst>
        </pc:picChg>
      </pc:sldChg>
      <pc:sldChg chg="addSp delSp modSp new">
        <pc:chgData name="Mueller, Christopher J" userId="S::gu5423zh@go.minnstate.edu::a1cbad94-15c5-43ec-80dc-0886533afca6" providerId="AD" clId="Web-{BD45A3A5-3CB4-CD57-70D1-9794C78113A3}" dt="2023-11-14T19:50:33.862" v="271" actId="14100"/>
        <pc:sldMkLst>
          <pc:docMk/>
          <pc:sldMk cId="864658810" sldId="285"/>
        </pc:sldMkLst>
        <pc:spChg chg="mod">
          <ac:chgData name="Mueller, Christopher J" userId="S::gu5423zh@go.minnstate.edu::a1cbad94-15c5-43ec-80dc-0886533afca6" providerId="AD" clId="Web-{BD45A3A5-3CB4-CD57-70D1-9794C78113A3}" dt="2023-11-14T19:34:51.292" v="100" actId="20577"/>
          <ac:spMkLst>
            <pc:docMk/>
            <pc:sldMk cId="864658810" sldId="285"/>
            <ac:spMk id="2" creationId="{CB965E0F-CCE5-101D-E45F-9C5AED6FE38F}"/>
          </ac:spMkLst>
        </pc:spChg>
        <pc:spChg chg="del">
          <ac:chgData name="Mueller, Christopher J" userId="S::gu5423zh@go.minnstate.edu::a1cbad94-15c5-43ec-80dc-0886533afca6" providerId="AD" clId="Web-{BD45A3A5-3CB4-CD57-70D1-9794C78113A3}" dt="2023-11-14T19:45:12.844" v="226"/>
          <ac:spMkLst>
            <pc:docMk/>
            <pc:sldMk cId="864658810" sldId="285"/>
            <ac:spMk id="3" creationId="{635CDABA-F26E-F466-926F-55EB6687BD0D}"/>
          </ac:spMkLst>
        </pc:spChg>
        <pc:picChg chg="add">
          <ac:chgData name="Mueller, Christopher J" userId="S::gu5423zh@go.minnstate.edu::a1cbad94-15c5-43ec-80dc-0886533afca6" providerId="AD" clId="Web-{BD45A3A5-3CB4-CD57-70D1-9794C78113A3}" dt="2023-11-14T19:40:03.123" v="199"/>
          <ac:picMkLst>
            <pc:docMk/>
            <pc:sldMk cId="864658810" sldId="285"/>
            <ac:picMk id="5" creationId="{902B3402-6D81-9389-7661-B64582693BF7}"/>
          </ac:picMkLst>
        </pc:picChg>
        <pc:picChg chg="add mod ord">
          <ac:chgData name="Mueller, Christopher J" userId="S::gu5423zh@go.minnstate.edu::a1cbad94-15c5-43ec-80dc-0886533afca6" providerId="AD" clId="Web-{BD45A3A5-3CB4-CD57-70D1-9794C78113A3}" dt="2023-11-14T19:45:17.203" v="227" actId="1076"/>
          <ac:picMkLst>
            <pc:docMk/>
            <pc:sldMk cId="864658810" sldId="285"/>
            <ac:picMk id="6" creationId="{58F177CE-EB1E-A841-1383-424DC45076C5}"/>
          </ac:picMkLst>
        </pc:picChg>
        <pc:picChg chg="add mod">
          <ac:chgData name="Mueller, Christopher J" userId="S::gu5423zh@go.minnstate.edu::a1cbad94-15c5-43ec-80dc-0886533afca6" providerId="AD" clId="Web-{BD45A3A5-3CB4-CD57-70D1-9794C78113A3}" dt="2023-11-14T19:50:33.862" v="271" actId="14100"/>
          <ac:picMkLst>
            <pc:docMk/>
            <pc:sldMk cId="864658810" sldId="285"/>
            <ac:picMk id="7" creationId="{6335F0A5-C68B-53E1-1A52-0ACA0B010B33}"/>
          </ac:picMkLst>
        </pc:picChg>
      </pc:sldChg>
      <pc:sldChg chg="addSp delSp modSp new">
        <pc:chgData name="Mueller, Christopher J" userId="S::gu5423zh@go.minnstate.edu::a1cbad94-15c5-43ec-80dc-0886533afca6" providerId="AD" clId="Web-{BD45A3A5-3CB4-CD57-70D1-9794C78113A3}" dt="2023-11-14T19:51:00.848" v="274" actId="14100"/>
        <pc:sldMkLst>
          <pc:docMk/>
          <pc:sldMk cId="1097579407" sldId="286"/>
        </pc:sldMkLst>
        <pc:spChg chg="mod">
          <ac:chgData name="Mueller, Christopher J" userId="S::gu5423zh@go.minnstate.edu::a1cbad94-15c5-43ec-80dc-0886533afca6" providerId="AD" clId="Web-{BD45A3A5-3CB4-CD57-70D1-9794C78113A3}" dt="2023-11-14T19:35:21.950" v="113" actId="20577"/>
          <ac:spMkLst>
            <pc:docMk/>
            <pc:sldMk cId="1097579407" sldId="286"/>
            <ac:spMk id="2" creationId="{C5D8FAA8-AD63-8807-993B-69FC8841DD06}"/>
          </ac:spMkLst>
        </pc:spChg>
        <pc:spChg chg="del">
          <ac:chgData name="Mueller, Christopher J" userId="S::gu5423zh@go.minnstate.edu::a1cbad94-15c5-43ec-80dc-0886533afca6" providerId="AD" clId="Web-{BD45A3A5-3CB4-CD57-70D1-9794C78113A3}" dt="2023-11-14T19:45:32.517" v="228"/>
          <ac:spMkLst>
            <pc:docMk/>
            <pc:sldMk cId="1097579407" sldId="286"/>
            <ac:spMk id="3" creationId="{7879C58D-4B42-094E-4492-3B361484B51F}"/>
          </ac:spMkLst>
        </pc:spChg>
        <pc:picChg chg="add">
          <ac:chgData name="Mueller, Christopher J" userId="S::gu5423zh@go.minnstate.edu::a1cbad94-15c5-43ec-80dc-0886533afca6" providerId="AD" clId="Web-{BD45A3A5-3CB4-CD57-70D1-9794C78113A3}" dt="2023-11-14T19:40:05.154" v="200"/>
          <ac:picMkLst>
            <pc:docMk/>
            <pc:sldMk cId="1097579407" sldId="286"/>
            <ac:picMk id="5" creationId="{45EEA41C-BCCD-5A1D-14A8-D8BC56847EDA}"/>
          </ac:picMkLst>
        </pc:picChg>
        <pc:picChg chg="add mod ord">
          <ac:chgData name="Mueller, Christopher J" userId="S::gu5423zh@go.minnstate.edu::a1cbad94-15c5-43ec-80dc-0886533afca6" providerId="AD" clId="Web-{BD45A3A5-3CB4-CD57-70D1-9794C78113A3}" dt="2023-11-14T19:45:35.767" v="229" actId="1076"/>
          <ac:picMkLst>
            <pc:docMk/>
            <pc:sldMk cId="1097579407" sldId="286"/>
            <ac:picMk id="6" creationId="{F17F8A2F-F6E9-8F0A-955A-5FB734F0C83B}"/>
          </ac:picMkLst>
        </pc:picChg>
        <pc:picChg chg="add mod">
          <ac:chgData name="Mueller, Christopher J" userId="S::gu5423zh@go.minnstate.edu::a1cbad94-15c5-43ec-80dc-0886533afca6" providerId="AD" clId="Web-{BD45A3A5-3CB4-CD57-70D1-9794C78113A3}" dt="2023-11-14T19:51:00.848" v="274" actId="14100"/>
          <ac:picMkLst>
            <pc:docMk/>
            <pc:sldMk cId="1097579407" sldId="286"/>
            <ac:picMk id="7" creationId="{28C225E9-1E14-B344-7AB9-8863BF78E44F}"/>
          </ac:picMkLst>
        </pc:picChg>
      </pc:sldChg>
      <pc:sldChg chg="addSp delSp modSp new">
        <pc:chgData name="Mueller, Christopher J" userId="S::gu5423zh@go.minnstate.edu::a1cbad94-15c5-43ec-80dc-0886533afca6" providerId="AD" clId="Web-{BD45A3A5-3CB4-CD57-70D1-9794C78113A3}" dt="2023-11-14T19:46:01.065" v="231" actId="1076"/>
        <pc:sldMkLst>
          <pc:docMk/>
          <pc:sldMk cId="611758723" sldId="287"/>
        </pc:sldMkLst>
        <pc:spChg chg="mod">
          <ac:chgData name="Mueller, Christopher J" userId="S::gu5423zh@go.minnstate.edu::a1cbad94-15c5-43ec-80dc-0886533afca6" providerId="AD" clId="Web-{BD45A3A5-3CB4-CD57-70D1-9794C78113A3}" dt="2023-11-14T19:35:31.138" v="127" actId="20577"/>
          <ac:spMkLst>
            <pc:docMk/>
            <pc:sldMk cId="611758723" sldId="287"/>
            <ac:spMk id="2" creationId="{8CEA2FFB-B76B-D754-A318-797353AEDEB4}"/>
          </ac:spMkLst>
        </pc:spChg>
        <pc:spChg chg="del">
          <ac:chgData name="Mueller, Christopher J" userId="S::gu5423zh@go.minnstate.edu::a1cbad94-15c5-43ec-80dc-0886533afca6" providerId="AD" clId="Web-{BD45A3A5-3CB4-CD57-70D1-9794C78113A3}" dt="2023-11-14T19:45:58.190" v="230"/>
          <ac:spMkLst>
            <pc:docMk/>
            <pc:sldMk cId="611758723" sldId="287"/>
            <ac:spMk id="3" creationId="{FB0B5E05-2AF3-9677-D55E-F026125ED2B6}"/>
          </ac:spMkLst>
        </pc:spChg>
        <pc:picChg chg="add">
          <ac:chgData name="Mueller, Christopher J" userId="S::gu5423zh@go.minnstate.edu::a1cbad94-15c5-43ec-80dc-0886533afca6" providerId="AD" clId="Web-{BD45A3A5-3CB4-CD57-70D1-9794C78113A3}" dt="2023-11-14T19:40:07.764" v="201"/>
          <ac:picMkLst>
            <pc:docMk/>
            <pc:sldMk cId="611758723" sldId="287"/>
            <ac:picMk id="5" creationId="{C399F616-B979-19A8-F335-361C5F2DF75D}"/>
          </ac:picMkLst>
        </pc:picChg>
        <pc:picChg chg="add mod ord">
          <ac:chgData name="Mueller, Christopher J" userId="S::gu5423zh@go.minnstate.edu::a1cbad94-15c5-43ec-80dc-0886533afca6" providerId="AD" clId="Web-{BD45A3A5-3CB4-CD57-70D1-9794C78113A3}" dt="2023-11-14T19:46:01.065" v="231" actId="1076"/>
          <ac:picMkLst>
            <pc:docMk/>
            <pc:sldMk cId="611758723" sldId="287"/>
            <ac:picMk id="6" creationId="{D47AC255-18F4-201E-244B-323BC7488B72}"/>
          </ac:picMkLst>
        </pc:picChg>
      </pc:sldChg>
      <pc:sldChg chg="addSp delSp modSp new">
        <pc:chgData name="Mueller, Christopher J" userId="S::gu5423zh@go.minnstate.edu::a1cbad94-15c5-43ec-80dc-0886533afca6" providerId="AD" clId="Web-{BD45A3A5-3CB4-CD57-70D1-9794C78113A3}" dt="2023-11-14T19:51:24.693" v="277" actId="14100"/>
        <pc:sldMkLst>
          <pc:docMk/>
          <pc:sldMk cId="237598776" sldId="288"/>
        </pc:sldMkLst>
        <pc:spChg chg="mod">
          <ac:chgData name="Mueller, Christopher J" userId="S::gu5423zh@go.minnstate.edu::a1cbad94-15c5-43ec-80dc-0886533afca6" providerId="AD" clId="Web-{BD45A3A5-3CB4-CD57-70D1-9794C78113A3}" dt="2023-11-14T19:35:58.421" v="148" actId="20577"/>
          <ac:spMkLst>
            <pc:docMk/>
            <pc:sldMk cId="237598776" sldId="288"/>
            <ac:spMk id="2" creationId="{07862A0B-A968-268B-C1B0-1E3E26E5F381}"/>
          </ac:spMkLst>
        </pc:spChg>
        <pc:spChg chg="del">
          <ac:chgData name="Mueller, Christopher J" userId="S::gu5423zh@go.minnstate.edu::a1cbad94-15c5-43ec-80dc-0886533afca6" providerId="AD" clId="Web-{BD45A3A5-3CB4-CD57-70D1-9794C78113A3}" dt="2023-11-14T19:46:22.160" v="232"/>
          <ac:spMkLst>
            <pc:docMk/>
            <pc:sldMk cId="237598776" sldId="288"/>
            <ac:spMk id="3" creationId="{62169714-E9F0-C2D3-C917-D3DDA2A1F771}"/>
          </ac:spMkLst>
        </pc:spChg>
        <pc:picChg chg="add">
          <ac:chgData name="Mueller, Christopher J" userId="S::gu5423zh@go.minnstate.edu::a1cbad94-15c5-43ec-80dc-0886533afca6" providerId="AD" clId="Web-{BD45A3A5-3CB4-CD57-70D1-9794C78113A3}" dt="2023-11-14T19:40:10.358" v="202"/>
          <ac:picMkLst>
            <pc:docMk/>
            <pc:sldMk cId="237598776" sldId="288"/>
            <ac:picMk id="5" creationId="{A19EBFE5-C89C-EDA4-AC29-00EA05F60588}"/>
          </ac:picMkLst>
        </pc:picChg>
        <pc:picChg chg="add mod ord">
          <ac:chgData name="Mueller, Christopher J" userId="S::gu5423zh@go.minnstate.edu::a1cbad94-15c5-43ec-80dc-0886533afca6" providerId="AD" clId="Web-{BD45A3A5-3CB4-CD57-70D1-9794C78113A3}" dt="2023-11-14T19:46:25.129" v="233" actId="1076"/>
          <ac:picMkLst>
            <pc:docMk/>
            <pc:sldMk cId="237598776" sldId="288"/>
            <ac:picMk id="6" creationId="{475AB52E-42D4-E5F0-B8B3-CEA215EB9F7E}"/>
          </ac:picMkLst>
        </pc:picChg>
        <pc:picChg chg="add mod">
          <ac:chgData name="Mueller, Christopher J" userId="S::gu5423zh@go.minnstate.edu::a1cbad94-15c5-43ec-80dc-0886533afca6" providerId="AD" clId="Web-{BD45A3A5-3CB4-CD57-70D1-9794C78113A3}" dt="2023-11-14T19:51:24.693" v="277" actId="14100"/>
          <ac:picMkLst>
            <pc:docMk/>
            <pc:sldMk cId="237598776" sldId="288"/>
            <ac:picMk id="7" creationId="{3B52EE71-1895-E101-F00D-208CC1ABDFF5}"/>
          </ac:picMkLst>
        </pc:picChg>
      </pc:sldChg>
      <pc:sldChg chg="addSp delSp modSp new">
        <pc:chgData name="Mueller, Christopher J" userId="S::gu5423zh@go.minnstate.edu::a1cbad94-15c5-43ec-80dc-0886533afca6" providerId="AD" clId="Web-{BD45A3A5-3CB4-CD57-70D1-9794C78113A3}" dt="2023-11-14T19:51:46.445" v="280" actId="14100"/>
        <pc:sldMkLst>
          <pc:docMk/>
          <pc:sldMk cId="2038514997" sldId="289"/>
        </pc:sldMkLst>
        <pc:spChg chg="mod">
          <ac:chgData name="Mueller, Christopher J" userId="S::gu5423zh@go.minnstate.edu::a1cbad94-15c5-43ec-80dc-0886533afca6" providerId="AD" clId="Web-{BD45A3A5-3CB4-CD57-70D1-9794C78113A3}" dt="2023-11-14T19:36:04.937" v="165" actId="20577"/>
          <ac:spMkLst>
            <pc:docMk/>
            <pc:sldMk cId="2038514997" sldId="289"/>
            <ac:spMk id="2" creationId="{EB549938-EE81-CC87-3CF5-5C55A4B27F94}"/>
          </ac:spMkLst>
        </pc:spChg>
        <pc:spChg chg="del">
          <ac:chgData name="Mueller, Christopher J" userId="S::gu5423zh@go.minnstate.edu::a1cbad94-15c5-43ec-80dc-0886533afca6" providerId="AD" clId="Web-{BD45A3A5-3CB4-CD57-70D1-9794C78113A3}" dt="2023-11-14T19:51:40.054" v="278"/>
          <ac:spMkLst>
            <pc:docMk/>
            <pc:sldMk cId="2038514997" sldId="289"/>
            <ac:spMk id="3" creationId="{CEAEC4EF-972B-159B-CA67-0D6ABDC5CAA8}"/>
          </ac:spMkLst>
        </pc:spChg>
        <pc:picChg chg="add mod ord">
          <ac:chgData name="Mueller, Christopher J" userId="S::gu5423zh@go.minnstate.edu::a1cbad94-15c5-43ec-80dc-0886533afca6" providerId="AD" clId="Web-{BD45A3A5-3CB4-CD57-70D1-9794C78113A3}" dt="2023-11-14T19:51:46.445" v="280" actId="14100"/>
          <ac:picMkLst>
            <pc:docMk/>
            <pc:sldMk cId="2038514997" sldId="289"/>
            <ac:picMk id="4" creationId="{B65735FD-B5E3-AEEA-5F98-2BA76DBE2FE5}"/>
          </ac:picMkLst>
        </pc:picChg>
      </pc:sldChg>
      <pc:sldChg chg="addSp delSp modSp new">
        <pc:chgData name="Mueller, Christopher J" userId="S::gu5423zh@go.minnstate.edu::a1cbad94-15c5-43ec-80dc-0886533afca6" providerId="AD" clId="Web-{BD45A3A5-3CB4-CD57-70D1-9794C78113A3}" dt="2023-11-14T19:52:05.524" v="284" actId="14100"/>
        <pc:sldMkLst>
          <pc:docMk/>
          <pc:sldMk cId="3668099182" sldId="290"/>
        </pc:sldMkLst>
        <pc:spChg chg="mod">
          <ac:chgData name="Mueller, Christopher J" userId="S::gu5423zh@go.minnstate.edu::a1cbad94-15c5-43ec-80dc-0886533afca6" providerId="AD" clId="Web-{BD45A3A5-3CB4-CD57-70D1-9794C78113A3}" dt="2023-11-14T19:36:59.644" v="178" actId="20577"/>
          <ac:spMkLst>
            <pc:docMk/>
            <pc:sldMk cId="3668099182" sldId="290"/>
            <ac:spMk id="2" creationId="{A7B9FA5D-993D-400E-8BF6-215F99F46A7E}"/>
          </ac:spMkLst>
        </pc:spChg>
        <pc:spChg chg="del">
          <ac:chgData name="Mueller, Christopher J" userId="S::gu5423zh@go.minnstate.edu::a1cbad94-15c5-43ec-80dc-0886533afca6" providerId="AD" clId="Web-{BD45A3A5-3CB4-CD57-70D1-9794C78113A3}" dt="2023-11-14T19:51:58.945" v="281"/>
          <ac:spMkLst>
            <pc:docMk/>
            <pc:sldMk cId="3668099182" sldId="290"/>
            <ac:spMk id="3" creationId="{82694863-EE0D-226A-65D6-AB475DC91DB9}"/>
          </ac:spMkLst>
        </pc:spChg>
        <pc:picChg chg="add mod ord">
          <ac:chgData name="Mueller, Christopher J" userId="S::gu5423zh@go.minnstate.edu::a1cbad94-15c5-43ec-80dc-0886533afca6" providerId="AD" clId="Web-{BD45A3A5-3CB4-CD57-70D1-9794C78113A3}" dt="2023-11-14T19:52:05.524" v="284" actId="14100"/>
          <ac:picMkLst>
            <pc:docMk/>
            <pc:sldMk cId="3668099182" sldId="290"/>
            <ac:picMk id="4" creationId="{3C148302-4BF4-DCE2-0D49-207D4DF215C3}"/>
          </ac:picMkLst>
        </pc:picChg>
      </pc:sldChg>
    </pc:docChg>
  </pc:docChgLst>
  <pc:docChgLst>
    <pc:chgData name="Munnings, Kavaughn H" userId="S::gv4830kk@go.minnstate.edu::68a81c7a-215e-4543-8b34-45e9e5891842" providerId="AD" clId="Web-{CB11FA2A-7910-3B1A-CEA0-C6649355212B}"/>
    <pc:docChg chg="modSld">
      <pc:chgData name="Munnings, Kavaughn H" userId="S::gv4830kk@go.minnstate.edu::68a81c7a-215e-4543-8b34-45e9e5891842" providerId="AD" clId="Web-{CB11FA2A-7910-3B1A-CEA0-C6649355212B}" dt="2023-11-14T16:41:57.574" v="78" actId="20577"/>
      <pc:docMkLst>
        <pc:docMk/>
      </pc:docMkLst>
      <pc:sldChg chg="addSp delSp modSp">
        <pc:chgData name="Munnings, Kavaughn H" userId="S::gv4830kk@go.minnstate.edu::68a81c7a-215e-4543-8b34-45e9e5891842" providerId="AD" clId="Web-{CB11FA2A-7910-3B1A-CEA0-C6649355212B}" dt="2023-11-14T16:41:57.574" v="78" actId="20577"/>
        <pc:sldMkLst>
          <pc:docMk/>
          <pc:sldMk cId="2889270383" sldId="259"/>
        </pc:sldMkLst>
        <pc:spChg chg="add mod">
          <ac:chgData name="Munnings, Kavaughn H" userId="S::gv4830kk@go.minnstate.edu::68a81c7a-215e-4543-8b34-45e9e5891842" providerId="AD" clId="Web-{CB11FA2A-7910-3B1A-CEA0-C6649355212B}" dt="2023-11-14T16:41:57.574" v="78" actId="20577"/>
          <ac:spMkLst>
            <pc:docMk/>
            <pc:sldMk cId="2889270383" sldId="259"/>
            <ac:spMk id="4" creationId="{1E242274-165A-16E7-7DA7-81AF5F350271}"/>
          </ac:spMkLst>
        </pc:spChg>
        <pc:spChg chg="del mod">
          <ac:chgData name="Munnings, Kavaughn H" userId="S::gv4830kk@go.minnstate.edu::68a81c7a-215e-4543-8b34-45e9e5891842" providerId="AD" clId="Web-{CB11FA2A-7910-3B1A-CEA0-C6649355212B}" dt="2023-11-14T16:29:41.271" v="6"/>
          <ac:spMkLst>
            <pc:docMk/>
            <pc:sldMk cId="2889270383" sldId="259"/>
            <ac:spMk id="6" creationId="{C70CB16E-583F-5197-9897-572D46B81196}"/>
          </ac:spMkLst>
        </pc:spChg>
        <pc:picChg chg="add mod ord">
          <ac:chgData name="Munnings, Kavaughn H" userId="S::gv4830kk@go.minnstate.edu::68a81c7a-215e-4543-8b34-45e9e5891842" providerId="AD" clId="Web-{CB11FA2A-7910-3B1A-CEA0-C6649355212B}" dt="2023-11-14T16:32:45.635" v="16" actId="1076"/>
          <ac:picMkLst>
            <pc:docMk/>
            <pc:sldMk cId="2889270383" sldId="259"/>
            <ac:picMk id="3" creationId="{5D8BD755-6397-8136-B100-7008FCC12C9C}"/>
          </ac:picMkLst>
        </pc:picChg>
      </pc:sldChg>
    </pc:docChg>
  </pc:docChgLst>
  <pc:docChgLst>
    <pc:chgData name="Ojullu, Glory L" userId="S::cd8457ax@go.minnstate.edu::cfbd8ff1-c490-4ff0-a649-7540fea5d008" providerId="AD" clId="Web-{637C4A24-6582-86E8-A226-DB245034CAD4}"/>
    <pc:docChg chg="modSld">
      <pc:chgData name="Ojullu, Glory L" userId="S::cd8457ax@go.minnstate.edu::cfbd8ff1-c490-4ff0-a649-7540fea5d008" providerId="AD" clId="Web-{637C4A24-6582-86E8-A226-DB245034CAD4}" dt="2023-11-16T19:15:34.975" v="993" actId="1076"/>
      <pc:docMkLst>
        <pc:docMk/>
      </pc:docMkLst>
      <pc:sldChg chg="modSp">
        <pc:chgData name="Ojullu, Glory L" userId="S::cd8457ax@go.minnstate.edu::cfbd8ff1-c490-4ff0-a649-7540fea5d008" providerId="AD" clId="Web-{637C4A24-6582-86E8-A226-DB245034CAD4}" dt="2023-11-16T19:15:34.975" v="993" actId="1076"/>
        <pc:sldMkLst>
          <pc:docMk/>
          <pc:sldMk cId="2889270383" sldId="259"/>
        </pc:sldMkLst>
        <pc:spChg chg="mod">
          <ac:chgData name="Ojullu, Glory L" userId="S::cd8457ax@go.minnstate.edu::cfbd8ff1-c490-4ff0-a649-7540fea5d008" providerId="AD" clId="Web-{637C4A24-6582-86E8-A226-DB245034CAD4}" dt="2023-11-16T17:01:16.671" v="888" actId="20577"/>
          <ac:spMkLst>
            <pc:docMk/>
            <pc:sldMk cId="2889270383" sldId="259"/>
            <ac:spMk id="2" creationId="{3565721A-0E0E-9EF7-05CD-9408FA459FF0}"/>
          </ac:spMkLst>
        </pc:spChg>
        <pc:spChg chg="mod">
          <ac:chgData name="Ojullu, Glory L" userId="S::cd8457ax@go.minnstate.edu::cfbd8ff1-c490-4ff0-a649-7540fea5d008" providerId="AD" clId="Web-{637C4A24-6582-86E8-A226-DB245034CAD4}" dt="2023-11-16T15:09:31.031" v="747" actId="1076"/>
          <ac:spMkLst>
            <pc:docMk/>
            <pc:sldMk cId="2889270383" sldId="259"/>
            <ac:spMk id="4" creationId="{1E242274-165A-16E7-7DA7-81AF5F350271}"/>
          </ac:spMkLst>
        </pc:spChg>
        <pc:graphicFrameChg chg="mod modGraphic">
          <ac:chgData name="Ojullu, Glory L" userId="S::cd8457ax@go.minnstate.edu::cfbd8ff1-c490-4ff0-a649-7540fea5d008" providerId="AD" clId="Web-{637C4A24-6582-86E8-A226-DB245034CAD4}" dt="2023-11-16T19:15:34.975" v="993" actId="1076"/>
          <ac:graphicFrameMkLst>
            <pc:docMk/>
            <pc:sldMk cId="2889270383" sldId="259"/>
            <ac:graphicFrameMk id="10" creationId="{F55E25DC-07AB-E4A7-DFDD-88830C89A2EA}"/>
          </ac:graphicFrameMkLst>
        </pc:graphicFrameChg>
      </pc:sldChg>
      <pc:sldChg chg="addSp modSp mod modClrScheme chgLayout">
        <pc:chgData name="Ojullu, Glory L" userId="S::cd8457ax@go.minnstate.edu::cfbd8ff1-c490-4ff0-a649-7540fea5d008" providerId="AD" clId="Web-{637C4A24-6582-86E8-A226-DB245034CAD4}" dt="2023-11-16T18:34:11.845" v="986" actId="14100"/>
        <pc:sldMkLst>
          <pc:docMk/>
          <pc:sldMk cId="511329707" sldId="265"/>
        </pc:sldMkLst>
        <pc:spChg chg="mod ord">
          <ac:chgData name="Ojullu, Glory L" userId="S::cd8457ax@go.minnstate.edu::cfbd8ff1-c490-4ff0-a649-7540fea5d008" providerId="AD" clId="Web-{637C4A24-6582-86E8-A226-DB245034CAD4}" dt="2023-11-16T18:33:12.484" v="980" actId="1076"/>
          <ac:spMkLst>
            <pc:docMk/>
            <pc:sldMk cId="511329707" sldId="265"/>
            <ac:spMk id="2" creationId="{45917470-2B4D-71D9-044F-E46648D89C23}"/>
          </ac:spMkLst>
        </pc:spChg>
        <pc:spChg chg="add mod ord">
          <ac:chgData name="Ojullu, Glory L" userId="S::cd8457ax@go.minnstate.edu::cfbd8ff1-c490-4ff0-a649-7540fea5d008" providerId="AD" clId="Web-{637C4A24-6582-86E8-A226-DB245034CAD4}" dt="2023-11-16T18:34:11.845" v="986" actId="14100"/>
          <ac:spMkLst>
            <pc:docMk/>
            <pc:sldMk cId="511329707" sldId="265"/>
            <ac:spMk id="5" creationId="{4EDB2806-A27E-F0C1-DA90-CE4FD664E154}"/>
          </ac:spMkLst>
        </pc:spChg>
        <pc:picChg chg="mod ord">
          <ac:chgData name="Ojullu, Glory L" userId="S::cd8457ax@go.minnstate.edu::cfbd8ff1-c490-4ff0-a649-7540fea5d008" providerId="AD" clId="Web-{637C4A24-6582-86E8-A226-DB245034CAD4}" dt="2023-11-16T18:33:26.844" v="983" actId="1076"/>
          <ac:picMkLst>
            <pc:docMk/>
            <pc:sldMk cId="511329707" sldId="265"/>
            <ac:picMk id="4" creationId="{2C4B077C-BC0E-BAEF-07C3-2F1AA550B932}"/>
          </ac:picMkLst>
        </pc:picChg>
        <pc:picChg chg="mod">
          <ac:chgData name="Ojullu, Glory L" userId="S::cd8457ax@go.minnstate.edu::cfbd8ff1-c490-4ff0-a649-7540fea5d008" providerId="AD" clId="Web-{637C4A24-6582-86E8-A226-DB245034CAD4}" dt="2023-11-16T18:33:23.547" v="982" actId="1076"/>
          <ac:picMkLst>
            <pc:docMk/>
            <pc:sldMk cId="511329707" sldId="265"/>
            <ac:picMk id="6" creationId="{55053FBE-D07C-D982-14AD-7C4A242AFCC5}"/>
          </ac:picMkLst>
        </pc:picChg>
      </pc:sldChg>
      <pc:sldChg chg="modSp">
        <pc:chgData name="Ojullu, Glory L" userId="S::cd8457ax@go.minnstate.edu::cfbd8ff1-c490-4ff0-a649-7540fea5d008" providerId="AD" clId="Web-{637C4A24-6582-86E8-A226-DB245034CAD4}" dt="2023-11-16T17:00:14.825" v="881" actId="20577"/>
        <pc:sldMkLst>
          <pc:docMk/>
          <pc:sldMk cId="1703823200" sldId="272"/>
        </pc:sldMkLst>
        <pc:spChg chg="mod">
          <ac:chgData name="Ojullu, Glory L" userId="S::cd8457ax@go.minnstate.edu::cfbd8ff1-c490-4ff0-a649-7540fea5d008" providerId="AD" clId="Web-{637C4A24-6582-86E8-A226-DB245034CAD4}" dt="2023-11-16T17:00:14.825" v="881" actId="20577"/>
          <ac:spMkLst>
            <pc:docMk/>
            <pc:sldMk cId="1703823200" sldId="272"/>
            <ac:spMk id="2" creationId="{CA1EC5C4-F614-ED61-5F2D-F94151DBBD07}"/>
          </ac:spMkLst>
        </pc:spChg>
        <pc:spChg chg="mod">
          <ac:chgData name="Ojullu, Glory L" userId="S::cd8457ax@go.minnstate.edu::cfbd8ff1-c490-4ff0-a649-7540fea5d008" providerId="AD" clId="Web-{637C4A24-6582-86E8-A226-DB245034CAD4}" dt="2023-11-16T00:53:48.248" v="743" actId="20577"/>
          <ac:spMkLst>
            <pc:docMk/>
            <pc:sldMk cId="1703823200" sldId="272"/>
            <ac:spMk id="3" creationId="{0A9DF5F6-4CCF-6672-1F72-FA83E4BE0AE2}"/>
          </ac:spMkLst>
        </pc:spChg>
      </pc:sldChg>
      <pc:sldChg chg="modSp">
        <pc:chgData name="Ojullu, Glory L" userId="S::cd8457ax@go.minnstate.edu::cfbd8ff1-c490-4ff0-a649-7540fea5d008" providerId="AD" clId="Web-{637C4A24-6582-86E8-A226-DB245034CAD4}" dt="2023-11-16T19:13:11.221" v="989" actId="1076"/>
        <pc:sldMkLst>
          <pc:docMk/>
          <pc:sldMk cId="595773275" sldId="273"/>
        </pc:sldMkLst>
        <pc:spChg chg="mod">
          <ac:chgData name="Ojullu, Glory L" userId="S::cd8457ax@go.minnstate.edu::cfbd8ff1-c490-4ff0-a649-7540fea5d008" providerId="AD" clId="Web-{637C4A24-6582-86E8-A226-DB245034CAD4}" dt="2023-11-16T19:13:05.549" v="988" actId="1076"/>
          <ac:spMkLst>
            <pc:docMk/>
            <pc:sldMk cId="595773275" sldId="273"/>
            <ac:spMk id="2" creationId="{9B70E854-99BC-0B4C-5FD2-CBC70E64E990}"/>
          </ac:spMkLst>
        </pc:spChg>
        <pc:spChg chg="mod">
          <ac:chgData name="Ojullu, Glory L" userId="S::cd8457ax@go.minnstate.edu::cfbd8ff1-c490-4ff0-a649-7540fea5d008" providerId="AD" clId="Web-{637C4A24-6582-86E8-A226-DB245034CAD4}" dt="2023-11-16T19:13:11.221" v="989" actId="1076"/>
          <ac:spMkLst>
            <pc:docMk/>
            <pc:sldMk cId="595773275" sldId="273"/>
            <ac:spMk id="5" creationId="{B668933F-3CD8-931A-B388-6C3D168D961D}"/>
          </ac:spMkLst>
        </pc:spChg>
      </pc:sldChg>
      <pc:sldChg chg="modSp">
        <pc:chgData name="Ojullu, Glory L" userId="S::cd8457ax@go.minnstate.edu::cfbd8ff1-c490-4ff0-a649-7540fea5d008" providerId="AD" clId="Web-{637C4A24-6582-86E8-A226-DB245034CAD4}" dt="2023-11-16T00:53:19.732" v="737" actId="1076"/>
        <pc:sldMkLst>
          <pc:docMk/>
          <pc:sldMk cId="4140244896" sldId="276"/>
        </pc:sldMkLst>
        <pc:spChg chg="mod">
          <ac:chgData name="Ojullu, Glory L" userId="S::cd8457ax@go.minnstate.edu::cfbd8ff1-c490-4ff0-a649-7540fea5d008" providerId="AD" clId="Web-{637C4A24-6582-86E8-A226-DB245034CAD4}" dt="2023-11-16T00:53:08.529" v="736" actId="20577"/>
          <ac:spMkLst>
            <pc:docMk/>
            <pc:sldMk cId="4140244896" sldId="276"/>
            <ac:spMk id="3" creationId="{CCC4D6B6-8E38-976B-0A03-5B1CED408923}"/>
          </ac:spMkLst>
        </pc:spChg>
        <pc:picChg chg="mod">
          <ac:chgData name="Ojullu, Glory L" userId="S::cd8457ax@go.minnstate.edu::cfbd8ff1-c490-4ff0-a649-7540fea5d008" providerId="AD" clId="Web-{637C4A24-6582-86E8-A226-DB245034CAD4}" dt="2023-11-16T00:53:19.732" v="737" actId="1076"/>
          <ac:picMkLst>
            <pc:docMk/>
            <pc:sldMk cId="4140244896" sldId="276"/>
            <ac:picMk id="8" creationId="{3B87C684-EA65-325B-530A-3946BDD656CE}"/>
          </ac:picMkLst>
        </pc:picChg>
      </pc:sldChg>
      <pc:sldChg chg="modSp">
        <pc:chgData name="Ojullu, Glory L" userId="S::cd8457ax@go.minnstate.edu::cfbd8ff1-c490-4ff0-a649-7540fea5d008" providerId="AD" clId="Web-{637C4A24-6582-86E8-A226-DB245034CAD4}" dt="2023-11-16T17:00:26.107" v="882" actId="20577"/>
        <pc:sldMkLst>
          <pc:docMk/>
          <pc:sldMk cId="3137054860" sldId="278"/>
        </pc:sldMkLst>
        <pc:spChg chg="mod">
          <ac:chgData name="Ojullu, Glory L" userId="S::cd8457ax@go.minnstate.edu::cfbd8ff1-c490-4ff0-a649-7540fea5d008" providerId="AD" clId="Web-{637C4A24-6582-86E8-A226-DB245034CAD4}" dt="2023-11-16T17:00:26.107" v="882" actId="20577"/>
          <ac:spMkLst>
            <pc:docMk/>
            <pc:sldMk cId="3137054860" sldId="278"/>
            <ac:spMk id="2" creationId="{B01D6213-B3C4-E94E-D81A-920EA082E669}"/>
          </ac:spMkLst>
        </pc:spChg>
      </pc:sldChg>
      <pc:sldChg chg="modSp">
        <pc:chgData name="Ojullu, Glory L" userId="S::cd8457ax@go.minnstate.edu::cfbd8ff1-c490-4ff0-a649-7540fea5d008" providerId="AD" clId="Web-{637C4A24-6582-86E8-A226-DB245034CAD4}" dt="2023-11-16T17:00:51.608" v="884" actId="20577"/>
        <pc:sldMkLst>
          <pc:docMk/>
          <pc:sldMk cId="1055329605" sldId="282"/>
        </pc:sldMkLst>
        <pc:spChg chg="mod">
          <ac:chgData name="Ojullu, Glory L" userId="S::cd8457ax@go.minnstate.edu::cfbd8ff1-c490-4ff0-a649-7540fea5d008" providerId="AD" clId="Web-{637C4A24-6582-86E8-A226-DB245034CAD4}" dt="2023-11-16T17:00:51.608" v="884" actId="20577"/>
          <ac:spMkLst>
            <pc:docMk/>
            <pc:sldMk cId="1055329605" sldId="282"/>
            <ac:spMk id="2" creationId="{F8017349-99AC-CD8A-7DCD-1B54CDF4EBA8}"/>
          </ac:spMkLst>
        </pc:spChg>
      </pc:sldChg>
      <pc:sldChg chg="modSp">
        <pc:chgData name="Ojullu, Glory L" userId="S::cd8457ax@go.minnstate.edu::cfbd8ff1-c490-4ff0-a649-7540fea5d008" providerId="AD" clId="Web-{637C4A24-6582-86E8-A226-DB245034CAD4}" dt="2023-11-16T00:16:22.711" v="86" actId="1076"/>
        <pc:sldMkLst>
          <pc:docMk/>
          <pc:sldMk cId="1065910892" sldId="283"/>
        </pc:sldMkLst>
        <pc:spChg chg="mod">
          <ac:chgData name="Ojullu, Glory L" userId="S::cd8457ax@go.minnstate.edu::cfbd8ff1-c490-4ff0-a649-7540fea5d008" providerId="AD" clId="Web-{637C4A24-6582-86E8-A226-DB245034CAD4}" dt="2023-11-16T00:16:17.976" v="85" actId="20577"/>
          <ac:spMkLst>
            <pc:docMk/>
            <pc:sldMk cId="1065910892" sldId="283"/>
            <ac:spMk id="8" creationId="{E82A13D6-F7B9-E013-C8D3-A3FF8A8C4262}"/>
          </ac:spMkLst>
        </pc:spChg>
        <pc:picChg chg="mod">
          <ac:chgData name="Ojullu, Glory L" userId="S::cd8457ax@go.minnstate.edu::cfbd8ff1-c490-4ff0-a649-7540fea5d008" providerId="AD" clId="Web-{637C4A24-6582-86E8-A226-DB245034CAD4}" dt="2023-11-16T00:16:00.788" v="82" actId="1076"/>
          <ac:picMkLst>
            <pc:docMk/>
            <pc:sldMk cId="1065910892" sldId="283"/>
            <ac:picMk id="5" creationId="{BED058AB-C7CA-6F00-489A-202F9EFE0AD8}"/>
          </ac:picMkLst>
        </pc:picChg>
        <pc:picChg chg="mod">
          <ac:chgData name="Ojullu, Glory L" userId="S::cd8457ax@go.minnstate.edu::cfbd8ff1-c490-4ff0-a649-7540fea5d008" providerId="AD" clId="Web-{637C4A24-6582-86E8-A226-DB245034CAD4}" dt="2023-11-16T00:16:22.711" v="86" actId="1076"/>
          <ac:picMkLst>
            <pc:docMk/>
            <pc:sldMk cId="1065910892" sldId="283"/>
            <ac:picMk id="7" creationId="{60A4F132-7881-C77E-17C0-39BB3ADF81E1}"/>
          </ac:picMkLst>
        </pc:picChg>
      </pc:sldChg>
      <pc:sldChg chg="addSp delSp modSp mod modClrScheme chgLayout">
        <pc:chgData name="Ojullu, Glory L" userId="S::cd8457ax@go.minnstate.edu::cfbd8ff1-c490-4ff0-a649-7540fea5d008" providerId="AD" clId="Web-{637C4A24-6582-86E8-A226-DB245034CAD4}" dt="2023-11-16T00:19:22.168" v="180" actId="20577"/>
        <pc:sldMkLst>
          <pc:docMk/>
          <pc:sldMk cId="2652434018" sldId="284"/>
        </pc:sldMkLst>
        <pc:spChg chg="mod ord">
          <ac:chgData name="Ojullu, Glory L" userId="S::cd8457ax@go.minnstate.edu::cfbd8ff1-c490-4ff0-a649-7540fea5d008" providerId="AD" clId="Web-{637C4A24-6582-86E8-A226-DB245034CAD4}" dt="2023-11-16T00:17:21.712" v="88"/>
          <ac:spMkLst>
            <pc:docMk/>
            <pc:sldMk cId="2652434018" sldId="284"/>
            <ac:spMk id="2" creationId="{004113F2-CAAA-CA26-439E-4B27411103A9}"/>
          </ac:spMkLst>
        </pc:spChg>
        <pc:spChg chg="add del mod ord">
          <ac:chgData name="Ojullu, Glory L" userId="S::cd8457ax@go.minnstate.edu::cfbd8ff1-c490-4ff0-a649-7540fea5d008" providerId="AD" clId="Web-{637C4A24-6582-86E8-A226-DB245034CAD4}" dt="2023-11-16T00:17:21.712" v="88"/>
          <ac:spMkLst>
            <pc:docMk/>
            <pc:sldMk cId="2652434018" sldId="284"/>
            <ac:spMk id="3" creationId="{A8A8AFFF-DC66-ACEF-81F2-EA16E619F97F}"/>
          </ac:spMkLst>
        </pc:spChg>
        <pc:spChg chg="add del mod ord">
          <ac:chgData name="Ojullu, Glory L" userId="S::cd8457ax@go.minnstate.edu::cfbd8ff1-c490-4ff0-a649-7540fea5d008" providerId="AD" clId="Web-{637C4A24-6582-86E8-A226-DB245034CAD4}" dt="2023-11-16T00:17:21.712" v="88"/>
          <ac:spMkLst>
            <pc:docMk/>
            <pc:sldMk cId="2652434018" sldId="284"/>
            <ac:spMk id="4" creationId="{DDFF8D28-6D6C-C892-D447-3849505D234B}"/>
          </ac:spMkLst>
        </pc:spChg>
        <pc:spChg chg="add mod ord">
          <ac:chgData name="Ojullu, Glory L" userId="S::cd8457ax@go.minnstate.edu::cfbd8ff1-c490-4ff0-a649-7540fea5d008" providerId="AD" clId="Web-{637C4A24-6582-86E8-A226-DB245034CAD4}" dt="2023-11-16T00:19:22.168" v="180" actId="20577"/>
          <ac:spMkLst>
            <pc:docMk/>
            <pc:sldMk cId="2652434018" sldId="284"/>
            <ac:spMk id="8" creationId="{6676FFEB-EE99-04A2-AB2C-D029E0FCCE45}"/>
          </ac:spMkLst>
        </pc:spChg>
        <pc:picChg chg="mod">
          <ac:chgData name="Ojullu, Glory L" userId="S::cd8457ax@go.minnstate.edu::cfbd8ff1-c490-4ff0-a649-7540fea5d008" providerId="AD" clId="Web-{637C4A24-6582-86E8-A226-DB245034CAD4}" dt="2023-11-16T00:17:39.275" v="91" actId="1076"/>
          <ac:picMkLst>
            <pc:docMk/>
            <pc:sldMk cId="2652434018" sldId="284"/>
            <ac:picMk id="5" creationId="{37B66A44-713C-39D1-2143-C915AE8F54D1}"/>
          </ac:picMkLst>
        </pc:picChg>
        <pc:picChg chg="mod ord">
          <ac:chgData name="Ojullu, Glory L" userId="S::cd8457ax@go.minnstate.edu::cfbd8ff1-c490-4ff0-a649-7540fea5d008" providerId="AD" clId="Web-{637C4A24-6582-86E8-A226-DB245034CAD4}" dt="2023-11-16T00:17:21.712" v="88"/>
          <ac:picMkLst>
            <pc:docMk/>
            <pc:sldMk cId="2652434018" sldId="284"/>
            <ac:picMk id="6" creationId="{740561C0-4145-43D6-3A9A-38B6CE2A647B}"/>
          </ac:picMkLst>
        </pc:picChg>
        <pc:picChg chg="mod">
          <ac:chgData name="Ojullu, Glory L" userId="S::cd8457ax@go.minnstate.edu::cfbd8ff1-c490-4ff0-a649-7540fea5d008" providerId="AD" clId="Web-{637C4A24-6582-86E8-A226-DB245034CAD4}" dt="2023-11-16T00:19:08.621" v="177" actId="1076"/>
          <ac:picMkLst>
            <pc:docMk/>
            <pc:sldMk cId="2652434018" sldId="284"/>
            <ac:picMk id="7" creationId="{2218AAA8-497A-ACB3-26C2-644972919D2E}"/>
          </ac:picMkLst>
        </pc:picChg>
      </pc:sldChg>
      <pc:sldChg chg="addSp modSp mod modClrScheme chgLayout">
        <pc:chgData name="Ojullu, Glory L" userId="S::cd8457ax@go.minnstate.edu::cfbd8ff1-c490-4ff0-a649-7540fea5d008" providerId="AD" clId="Web-{637C4A24-6582-86E8-A226-DB245034CAD4}" dt="2023-11-16T00:38:57.634" v="727" actId="1076"/>
        <pc:sldMkLst>
          <pc:docMk/>
          <pc:sldMk cId="864658810" sldId="285"/>
        </pc:sldMkLst>
        <pc:spChg chg="mod ord">
          <ac:chgData name="Ojullu, Glory L" userId="S::cd8457ax@go.minnstate.edu::cfbd8ff1-c490-4ff0-a649-7540fea5d008" providerId="AD" clId="Web-{637C4A24-6582-86E8-A226-DB245034CAD4}" dt="2023-11-16T00:19:53.981" v="181"/>
          <ac:spMkLst>
            <pc:docMk/>
            <pc:sldMk cId="864658810" sldId="285"/>
            <ac:spMk id="2" creationId="{CB965E0F-CCE5-101D-E45F-9C5AED6FE38F}"/>
          </ac:spMkLst>
        </pc:spChg>
        <pc:spChg chg="add mod ord">
          <ac:chgData name="Ojullu, Glory L" userId="S::cd8457ax@go.minnstate.edu::cfbd8ff1-c490-4ff0-a649-7540fea5d008" providerId="AD" clId="Web-{637C4A24-6582-86E8-A226-DB245034CAD4}" dt="2023-11-16T00:22:12.532" v="287" actId="20577"/>
          <ac:spMkLst>
            <pc:docMk/>
            <pc:sldMk cId="864658810" sldId="285"/>
            <ac:spMk id="3" creationId="{56BF9025-3A9E-52B4-614F-F725BF920A29}"/>
          </ac:spMkLst>
        </pc:spChg>
        <pc:picChg chg="mod">
          <ac:chgData name="Ojullu, Glory L" userId="S::cd8457ax@go.minnstate.edu::cfbd8ff1-c490-4ff0-a649-7540fea5d008" providerId="AD" clId="Web-{637C4A24-6582-86E8-A226-DB245034CAD4}" dt="2023-11-16T00:38:49.118" v="726" actId="1076"/>
          <ac:picMkLst>
            <pc:docMk/>
            <pc:sldMk cId="864658810" sldId="285"/>
            <ac:picMk id="5" creationId="{902B3402-6D81-9389-7661-B64582693BF7}"/>
          </ac:picMkLst>
        </pc:picChg>
        <pc:picChg chg="mod ord">
          <ac:chgData name="Ojullu, Glory L" userId="S::cd8457ax@go.minnstate.edu::cfbd8ff1-c490-4ff0-a649-7540fea5d008" providerId="AD" clId="Web-{637C4A24-6582-86E8-A226-DB245034CAD4}" dt="2023-11-16T00:38:57.634" v="727" actId="1076"/>
          <ac:picMkLst>
            <pc:docMk/>
            <pc:sldMk cId="864658810" sldId="285"/>
            <ac:picMk id="6" creationId="{58F177CE-EB1E-A841-1383-424DC45076C5}"/>
          </ac:picMkLst>
        </pc:picChg>
        <pc:picChg chg="mod">
          <ac:chgData name="Ojullu, Glory L" userId="S::cd8457ax@go.minnstate.edu::cfbd8ff1-c490-4ff0-a649-7540fea5d008" providerId="AD" clId="Web-{637C4A24-6582-86E8-A226-DB245034CAD4}" dt="2023-11-16T00:22:18.704" v="288" actId="14100"/>
          <ac:picMkLst>
            <pc:docMk/>
            <pc:sldMk cId="864658810" sldId="285"/>
            <ac:picMk id="7" creationId="{6335F0A5-C68B-53E1-1A52-0ACA0B010B33}"/>
          </ac:picMkLst>
        </pc:picChg>
      </pc:sldChg>
      <pc:sldChg chg="addSp modSp mod modClrScheme chgLayout">
        <pc:chgData name="Ojullu, Glory L" userId="S::cd8457ax@go.minnstate.edu::cfbd8ff1-c490-4ff0-a649-7540fea5d008" providerId="AD" clId="Web-{637C4A24-6582-86E8-A226-DB245034CAD4}" dt="2023-11-16T17:01:05.655" v="886" actId="20577"/>
        <pc:sldMkLst>
          <pc:docMk/>
          <pc:sldMk cId="1097579407" sldId="286"/>
        </pc:sldMkLst>
        <pc:spChg chg="mod ord">
          <ac:chgData name="Ojullu, Glory L" userId="S::cd8457ax@go.minnstate.edu::cfbd8ff1-c490-4ff0-a649-7540fea5d008" providerId="AD" clId="Web-{637C4A24-6582-86E8-A226-DB245034CAD4}" dt="2023-11-16T17:01:05.655" v="886" actId="20577"/>
          <ac:spMkLst>
            <pc:docMk/>
            <pc:sldMk cId="1097579407" sldId="286"/>
            <ac:spMk id="2" creationId="{C5D8FAA8-AD63-8807-993B-69FC8841DD06}"/>
          </ac:spMkLst>
        </pc:spChg>
        <pc:spChg chg="add mod ord">
          <ac:chgData name="Ojullu, Glory L" userId="S::cd8457ax@go.minnstate.edu::cfbd8ff1-c490-4ff0-a649-7540fea5d008" providerId="AD" clId="Web-{637C4A24-6582-86E8-A226-DB245034CAD4}" dt="2023-11-16T00:25:11.020" v="333" actId="20577"/>
          <ac:spMkLst>
            <pc:docMk/>
            <pc:sldMk cId="1097579407" sldId="286"/>
            <ac:spMk id="3" creationId="{A3402ADA-7C99-9FC2-C4E6-BFCF6787B51E}"/>
          </ac:spMkLst>
        </pc:spChg>
        <pc:picChg chg="mod">
          <ac:chgData name="Ojullu, Glory L" userId="S::cd8457ax@go.minnstate.edu::cfbd8ff1-c490-4ff0-a649-7540fea5d008" providerId="AD" clId="Web-{637C4A24-6582-86E8-A226-DB245034CAD4}" dt="2023-11-16T00:39:04.915" v="728" actId="1076"/>
          <ac:picMkLst>
            <pc:docMk/>
            <pc:sldMk cId="1097579407" sldId="286"/>
            <ac:picMk id="5" creationId="{45EEA41C-BCCD-5A1D-14A8-D8BC56847EDA}"/>
          </ac:picMkLst>
        </pc:picChg>
        <pc:picChg chg="mod ord">
          <ac:chgData name="Ojullu, Glory L" userId="S::cd8457ax@go.minnstate.edu::cfbd8ff1-c490-4ff0-a649-7540fea5d008" providerId="AD" clId="Web-{637C4A24-6582-86E8-A226-DB245034CAD4}" dt="2023-11-16T00:39:09.806" v="729" actId="1076"/>
          <ac:picMkLst>
            <pc:docMk/>
            <pc:sldMk cId="1097579407" sldId="286"/>
            <ac:picMk id="6" creationId="{F17F8A2F-F6E9-8F0A-955A-5FB734F0C83B}"/>
          </ac:picMkLst>
        </pc:picChg>
        <pc:picChg chg="mod">
          <ac:chgData name="Ojullu, Glory L" userId="S::cd8457ax@go.minnstate.edu::cfbd8ff1-c490-4ff0-a649-7540fea5d008" providerId="AD" clId="Web-{637C4A24-6582-86E8-A226-DB245034CAD4}" dt="2023-11-16T00:23:54.862" v="328" actId="1076"/>
          <ac:picMkLst>
            <pc:docMk/>
            <pc:sldMk cId="1097579407" sldId="286"/>
            <ac:picMk id="7" creationId="{28C225E9-1E14-B344-7AB9-8863BF78E44F}"/>
          </ac:picMkLst>
        </pc:picChg>
      </pc:sldChg>
      <pc:sldChg chg="addSp modSp mod modClrScheme chgLayout">
        <pc:chgData name="Ojullu, Glory L" userId="S::cd8457ax@go.minnstate.edu::cfbd8ff1-c490-4ff0-a649-7540fea5d008" providerId="AD" clId="Web-{637C4A24-6582-86E8-A226-DB245034CAD4}" dt="2023-11-16T00:39:23.619" v="732" actId="1076"/>
        <pc:sldMkLst>
          <pc:docMk/>
          <pc:sldMk cId="611758723" sldId="287"/>
        </pc:sldMkLst>
        <pc:spChg chg="mod ord">
          <ac:chgData name="Ojullu, Glory L" userId="S::cd8457ax@go.minnstate.edu::cfbd8ff1-c490-4ff0-a649-7540fea5d008" providerId="AD" clId="Web-{637C4A24-6582-86E8-A226-DB245034CAD4}" dt="2023-11-16T00:25:54.209" v="337" actId="1076"/>
          <ac:spMkLst>
            <pc:docMk/>
            <pc:sldMk cId="611758723" sldId="287"/>
            <ac:spMk id="2" creationId="{8CEA2FFB-B76B-D754-A318-797353AEDEB4}"/>
          </ac:spMkLst>
        </pc:spChg>
        <pc:spChg chg="add mod ord">
          <ac:chgData name="Ojullu, Glory L" userId="S::cd8457ax@go.minnstate.edu::cfbd8ff1-c490-4ff0-a649-7540fea5d008" providerId="AD" clId="Web-{637C4A24-6582-86E8-A226-DB245034CAD4}" dt="2023-11-16T00:26:54.898" v="368" actId="20577"/>
          <ac:spMkLst>
            <pc:docMk/>
            <pc:sldMk cId="611758723" sldId="287"/>
            <ac:spMk id="4" creationId="{203678E5-D974-13E1-8D17-A21406E9F5B6}"/>
          </ac:spMkLst>
        </pc:spChg>
        <pc:picChg chg="mod">
          <ac:chgData name="Ojullu, Glory L" userId="S::cd8457ax@go.minnstate.edu::cfbd8ff1-c490-4ff0-a649-7540fea5d008" providerId="AD" clId="Web-{637C4A24-6582-86E8-A226-DB245034CAD4}" dt="2023-11-16T00:27:01.398" v="369" actId="1076"/>
          <ac:picMkLst>
            <pc:docMk/>
            <pc:sldMk cId="611758723" sldId="287"/>
            <ac:picMk id="3" creationId="{D9594317-7B06-BC04-5A89-E447DD3BE8E9}"/>
          </ac:picMkLst>
        </pc:picChg>
        <pc:picChg chg="mod">
          <ac:chgData name="Ojullu, Glory L" userId="S::cd8457ax@go.minnstate.edu::cfbd8ff1-c490-4ff0-a649-7540fea5d008" providerId="AD" clId="Web-{637C4A24-6582-86E8-A226-DB245034CAD4}" dt="2023-11-16T00:39:14.603" v="730" actId="1076"/>
          <ac:picMkLst>
            <pc:docMk/>
            <pc:sldMk cId="611758723" sldId="287"/>
            <ac:picMk id="5" creationId="{C399F616-B979-19A8-F335-361C5F2DF75D}"/>
          </ac:picMkLst>
        </pc:picChg>
        <pc:picChg chg="mod ord">
          <ac:chgData name="Ojullu, Glory L" userId="S::cd8457ax@go.minnstate.edu::cfbd8ff1-c490-4ff0-a649-7540fea5d008" providerId="AD" clId="Web-{637C4A24-6582-86E8-A226-DB245034CAD4}" dt="2023-11-16T00:39:23.619" v="732" actId="1076"/>
          <ac:picMkLst>
            <pc:docMk/>
            <pc:sldMk cId="611758723" sldId="287"/>
            <ac:picMk id="6" creationId="{D47AC255-18F4-201E-244B-323BC7488B72}"/>
          </ac:picMkLst>
        </pc:picChg>
      </pc:sldChg>
      <pc:sldChg chg="addSp modSp mod modClrScheme chgLayout">
        <pc:chgData name="Ojullu, Glory L" userId="S::cd8457ax@go.minnstate.edu::cfbd8ff1-c490-4ff0-a649-7540fea5d008" providerId="AD" clId="Web-{637C4A24-6582-86E8-A226-DB245034CAD4}" dt="2023-11-16T00:39:42.103" v="734" actId="1076"/>
        <pc:sldMkLst>
          <pc:docMk/>
          <pc:sldMk cId="237598776" sldId="288"/>
        </pc:sldMkLst>
        <pc:spChg chg="mod ord">
          <ac:chgData name="Ojullu, Glory L" userId="S::cd8457ax@go.minnstate.edu::cfbd8ff1-c490-4ff0-a649-7540fea5d008" providerId="AD" clId="Web-{637C4A24-6582-86E8-A226-DB245034CAD4}" dt="2023-11-16T00:27:22.492" v="370"/>
          <ac:spMkLst>
            <pc:docMk/>
            <pc:sldMk cId="237598776" sldId="288"/>
            <ac:spMk id="2" creationId="{07862A0B-A968-268B-C1B0-1E3E26E5F381}"/>
          </ac:spMkLst>
        </pc:spChg>
        <pc:spChg chg="add mod ord">
          <ac:chgData name="Ojullu, Glory L" userId="S::cd8457ax@go.minnstate.edu::cfbd8ff1-c490-4ff0-a649-7540fea5d008" providerId="AD" clId="Web-{637C4A24-6582-86E8-A226-DB245034CAD4}" dt="2023-11-16T00:37:08.115" v="715" actId="20577"/>
          <ac:spMkLst>
            <pc:docMk/>
            <pc:sldMk cId="237598776" sldId="288"/>
            <ac:spMk id="3" creationId="{1FC37ED2-72A4-427F-0B20-4758D4318742}"/>
          </ac:spMkLst>
        </pc:spChg>
        <pc:picChg chg="mod">
          <ac:chgData name="Ojullu, Glory L" userId="S::cd8457ax@go.minnstate.edu::cfbd8ff1-c490-4ff0-a649-7540fea5d008" providerId="AD" clId="Web-{637C4A24-6582-86E8-A226-DB245034CAD4}" dt="2023-11-16T00:39:37.994" v="733" actId="1076"/>
          <ac:picMkLst>
            <pc:docMk/>
            <pc:sldMk cId="237598776" sldId="288"/>
            <ac:picMk id="5" creationId="{A19EBFE5-C89C-EDA4-AC29-00EA05F60588}"/>
          </ac:picMkLst>
        </pc:picChg>
        <pc:picChg chg="mod ord">
          <ac:chgData name="Ojullu, Glory L" userId="S::cd8457ax@go.minnstate.edu::cfbd8ff1-c490-4ff0-a649-7540fea5d008" providerId="AD" clId="Web-{637C4A24-6582-86E8-A226-DB245034CAD4}" dt="2023-11-16T00:39:42.103" v="734" actId="1076"/>
          <ac:picMkLst>
            <pc:docMk/>
            <pc:sldMk cId="237598776" sldId="288"/>
            <ac:picMk id="6" creationId="{475AB52E-42D4-E5F0-B8B3-CEA215EB9F7E}"/>
          </ac:picMkLst>
        </pc:picChg>
        <pc:picChg chg="mod">
          <ac:chgData name="Ojullu, Glory L" userId="S::cd8457ax@go.minnstate.edu::cfbd8ff1-c490-4ff0-a649-7540fea5d008" providerId="AD" clId="Web-{637C4A24-6582-86E8-A226-DB245034CAD4}" dt="2023-11-16T00:36:49.412" v="712" actId="1076"/>
          <ac:picMkLst>
            <pc:docMk/>
            <pc:sldMk cId="237598776" sldId="288"/>
            <ac:picMk id="7" creationId="{3B52EE71-1895-E101-F00D-208CC1ABDFF5}"/>
          </ac:picMkLst>
        </pc:picChg>
      </pc:sldChg>
      <pc:sldChg chg="modSp">
        <pc:chgData name="Ojullu, Glory L" userId="S::cd8457ax@go.minnstate.edu::cfbd8ff1-c490-4ff0-a649-7540fea5d008" providerId="AD" clId="Web-{637C4A24-6582-86E8-A226-DB245034CAD4}" dt="2023-11-16T00:37:48.851" v="719" actId="1076"/>
        <pc:sldMkLst>
          <pc:docMk/>
          <pc:sldMk cId="2038514997" sldId="289"/>
        </pc:sldMkLst>
        <pc:spChg chg="mod">
          <ac:chgData name="Ojullu, Glory L" userId="S::cd8457ax@go.minnstate.edu::cfbd8ff1-c490-4ff0-a649-7540fea5d008" providerId="AD" clId="Web-{637C4A24-6582-86E8-A226-DB245034CAD4}" dt="2023-11-16T00:35:10.378" v="668" actId="20577"/>
          <ac:spMkLst>
            <pc:docMk/>
            <pc:sldMk cId="2038514997" sldId="289"/>
            <ac:spMk id="5" creationId="{A40DC2EA-B26C-922D-6E3D-43BEAE19C9E8}"/>
          </ac:spMkLst>
        </pc:spChg>
        <pc:picChg chg="mod">
          <ac:chgData name="Ojullu, Glory L" userId="S::cd8457ax@go.minnstate.edu::cfbd8ff1-c490-4ff0-a649-7540fea5d008" providerId="AD" clId="Web-{637C4A24-6582-86E8-A226-DB245034CAD4}" dt="2023-11-16T00:37:48.851" v="719" actId="1076"/>
          <ac:picMkLst>
            <pc:docMk/>
            <pc:sldMk cId="2038514997" sldId="289"/>
            <ac:picMk id="7" creationId="{DF3CBFE2-4F0D-23F3-98BA-133627829715}"/>
          </ac:picMkLst>
        </pc:picChg>
      </pc:sldChg>
    </pc:docChg>
  </pc:docChgLst>
  <pc:docChgLst>
    <pc:chgData name="Mueller, Christopher J" userId="S::gu5423zh@go.minnstate.edu::a1cbad94-15c5-43ec-80dc-0886533afca6" providerId="AD" clId="Web-{C8F78E6F-3AED-487B-A90B-0DB2AD7E32F7}"/>
    <pc:docChg chg="addSld delSld modSld sldOrd">
      <pc:chgData name="Mueller, Christopher J" userId="S::gu5423zh@go.minnstate.edu::a1cbad94-15c5-43ec-80dc-0886533afca6" providerId="AD" clId="Web-{C8F78E6F-3AED-487B-A90B-0DB2AD7E32F7}" dt="2023-11-14T16:35:03.024" v="63" actId="1076"/>
      <pc:docMkLst>
        <pc:docMk/>
      </pc:docMkLst>
      <pc:sldChg chg="addSp delSp modSp">
        <pc:chgData name="Mueller, Christopher J" userId="S::gu5423zh@go.minnstate.edu::a1cbad94-15c5-43ec-80dc-0886533afca6" providerId="AD" clId="Web-{C8F78E6F-3AED-487B-A90B-0DB2AD7E32F7}" dt="2023-11-14T16:15:38.043" v="12"/>
        <pc:sldMkLst>
          <pc:docMk/>
          <pc:sldMk cId="2889270383" sldId="259"/>
        </pc:sldMkLst>
        <pc:spChg chg="del">
          <ac:chgData name="Mueller, Christopher J" userId="S::gu5423zh@go.minnstate.edu::a1cbad94-15c5-43ec-80dc-0886533afca6" providerId="AD" clId="Web-{C8F78E6F-3AED-487B-A90B-0DB2AD7E32F7}" dt="2023-11-14T16:14:18.073" v="5"/>
          <ac:spMkLst>
            <pc:docMk/>
            <pc:sldMk cId="2889270383" sldId="259"/>
            <ac:spMk id="3" creationId="{EAB21118-CD81-E91E-462D-21C2E7560536}"/>
          </ac:spMkLst>
        </pc:spChg>
        <pc:spChg chg="add mod">
          <ac:chgData name="Mueller, Christopher J" userId="S::gu5423zh@go.minnstate.edu::a1cbad94-15c5-43ec-80dc-0886533afca6" providerId="AD" clId="Web-{C8F78E6F-3AED-487B-A90B-0DB2AD7E32F7}" dt="2023-11-14T16:15:38.043" v="12"/>
          <ac:spMkLst>
            <pc:docMk/>
            <pc:sldMk cId="2889270383" sldId="259"/>
            <ac:spMk id="6" creationId="{C70CB16E-583F-5197-9897-572D46B81196}"/>
          </ac:spMkLst>
        </pc:spChg>
        <pc:picChg chg="add del mod ord">
          <ac:chgData name="Mueller, Christopher J" userId="S::gu5423zh@go.minnstate.edu::a1cbad94-15c5-43ec-80dc-0886533afca6" providerId="AD" clId="Web-{C8F78E6F-3AED-487B-A90B-0DB2AD7E32F7}" dt="2023-11-14T16:15:38.043" v="12"/>
          <ac:picMkLst>
            <pc:docMk/>
            <pc:sldMk cId="2889270383" sldId="259"/>
            <ac:picMk id="4" creationId="{31FF5676-7712-FE66-7EFB-ACC3191B18C5}"/>
          </ac:picMkLst>
        </pc:picChg>
      </pc:sldChg>
      <pc:sldChg chg="addSp delSp modSp">
        <pc:chgData name="Mueller, Christopher J" userId="S::gu5423zh@go.minnstate.edu::a1cbad94-15c5-43ec-80dc-0886533afca6" providerId="AD" clId="Web-{C8F78E6F-3AED-487B-A90B-0DB2AD7E32F7}" dt="2023-11-14T16:14:40.698" v="11"/>
        <pc:sldMkLst>
          <pc:docMk/>
          <pc:sldMk cId="3903181308" sldId="260"/>
        </pc:sldMkLst>
        <pc:spChg chg="del mod">
          <ac:chgData name="Mueller, Christopher J" userId="S::gu5423zh@go.minnstate.edu::a1cbad94-15c5-43ec-80dc-0886533afca6" providerId="AD" clId="Web-{C8F78E6F-3AED-487B-A90B-0DB2AD7E32F7}" dt="2023-11-14T16:14:40.698" v="11"/>
          <ac:spMkLst>
            <pc:docMk/>
            <pc:sldMk cId="3903181308" sldId="260"/>
            <ac:spMk id="3" creationId="{1AC50C78-F4C8-D7D7-A472-47746633F8C6}"/>
          </ac:spMkLst>
        </pc:spChg>
        <pc:picChg chg="add mod">
          <ac:chgData name="Mueller, Christopher J" userId="S::gu5423zh@go.minnstate.edu::a1cbad94-15c5-43ec-80dc-0886533afca6" providerId="AD" clId="Web-{C8F78E6F-3AED-487B-A90B-0DB2AD7E32F7}" dt="2023-11-14T16:14:36.167" v="9" actId="1076"/>
          <ac:picMkLst>
            <pc:docMk/>
            <pc:sldMk cId="3903181308" sldId="260"/>
            <ac:picMk id="5" creationId="{E5EFEFC9-17E7-537C-1164-1673D1F46854}"/>
          </ac:picMkLst>
        </pc:picChg>
      </pc:sldChg>
      <pc:sldChg chg="addSp delSp modSp">
        <pc:chgData name="Mueller, Christopher J" userId="S::gu5423zh@go.minnstate.edu::a1cbad94-15c5-43ec-80dc-0886533afca6" providerId="AD" clId="Web-{C8F78E6F-3AED-487B-A90B-0DB2AD7E32F7}" dt="2023-11-14T16:20:30.577" v="15" actId="14100"/>
        <pc:sldMkLst>
          <pc:docMk/>
          <pc:sldMk cId="2314627008" sldId="262"/>
        </pc:sldMkLst>
        <pc:spChg chg="del">
          <ac:chgData name="Mueller, Christopher J" userId="S::gu5423zh@go.minnstate.edu::a1cbad94-15c5-43ec-80dc-0886533afca6" providerId="AD" clId="Web-{C8F78E6F-3AED-487B-A90B-0DB2AD7E32F7}" dt="2023-11-14T16:20:26.765" v="13"/>
          <ac:spMkLst>
            <pc:docMk/>
            <pc:sldMk cId="2314627008" sldId="262"/>
            <ac:spMk id="3" creationId="{27F48C01-D317-1BA0-11E9-656471F971D8}"/>
          </ac:spMkLst>
        </pc:spChg>
        <pc:picChg chg="add mod ord">
          <ac:chgData name="Mueller, Christopher J" userId="S::gu5423zh@go.minnstate.edu::a1cbad94-15c5-43ec-80dc-0886533afca6" providerId="AD" clId="Web-{C8F78E6F-3AED-487B-A90B-0DB2AD7E32F7}" dt="2023-11-14T16:20:30.577" v="15" actId="14100"/>
          <ac:picMkLst>
            <pc:docMk/>
            <pc:sldMk cId="2314627008" sldId="262"/>
            <ac:picMk id="4" creationId="{71E61FED-604B-597A-CBC4-581DACDADF5C}"/>
          </ac:picMkLst>
        </pc:picChg>
      </pc:sldChg>
      <pc:sldChg chg="addSp delSp modSp">
        <pc:chgData name="Mueller, Christopher J" userId="S::gu5423zh@go.minnstate.edu::a1cbad94-15c5-43ec-80dc-0886533afca6" providerId="AD" clId="Web-{C8F78E6F-3AED-487B-A90B-0DB2AD7E32F7}" dt="2023-11-14T16:25:43.987" v="40" actId="1076"/>
        <pc:sldMkLst>
          <pc:docMk/>
          <pc:sldMk cId="509801224" sldId="263"/>
        </pc:sldMkLst>
        <pc:spChg chg="mod">
          <ac:chgData name="Mueller, Christopher J" userId="S::gu5423zh@go.minnstate.edu::a1cbad94-15c5-43ec-80dc-0886533afca6" providerId="AD" clId="Web-{C8F78E6F-3AED-487B-A90B-0DB2AD7E32F7}" dt="2023-11-14T16:24:08.408" v="18" actId="20577"/>
          <ac:spMkLst>
            <pc:docMk/>
            <pc:sldMk cId="509801224" sldId="263"/>
            <ac:spMk id="2" creationId="{32EECA7B-C846-FF34-B28D-9942872842DE}"/>
          </ac:spMkLst>
        </pc:spChg>
        <pc:spChg chg="del">
          <ac:chgData name="Mueller, Christopher J" userId="S::gu5423zh@go.minnstate.edu::a1cbad94-15c5-43ec-80dc-0886533afca6" providerId="AD" clId="Web-{C8F78E6F-3AED-487B-A90B-0DB2AD7E32F7}" dt="2023-11-14T16:25:35.955" v="36"/>
          <ac:spMkLst>
            <pc:docMk/>
            <pc:sldMk cId="509801224" sldId="263"/>
            <ac:spMk id="3" creationId="{32C243DA-7E28-C133-108B-95B04693FF79}"/>
          </ac:spMkLst>
        </pc:spChg>
        <pc:picChg chg="add mod ord">
          <ac:chgData name="Mueller, Christopher J" userId="S::gu5423zh@go.minnstate.edu::a1cbad94-15c5-43ec-80dc-0886533afca6" providerId="AD" clId="Web-{C8F78E6F-3AED-487B-A90B-0DB2AD7E32F7}" dt="2023-11-14T16:25:43.987" v="40" actId="1076"/>
          <ac:picMkLst>
            <pc:docMk/>
            <pc:sldMk cId="509801224" sldId="263"/>
            <ac:picMk id="4" creationId="{01BA1227-E47E-8F99-FF3D-75911FA0E1CC}"/>
          </ac:picMkLst>
        </pc:picChg>
      </pc:sldChg>
      <pc:sldChg chg="addSp delSp modSp">
        <pc:chgData name="Mueller, Christopher J" userId="S::gu5423zh@go.minnstate.edu::a1cbad94-15c5-43ec-80dc-0886533afca6" providerId="AD" clId="Web-{C8F78E6F-3AED-487B-A90B-0DB2AD7E32F7}" dt="2023-11-14T16:27:31.488" v="45" actId="1076"/>
        <pc:sldMkLst>
          <pc:docMk/>
          <pc:sldMk cId="4212760481" sldId="264"/>
        </pc:sldMkLst>
        <pc:spChg chg="del">
          <ac:chgData name="Mueller, Christopher J" userId="S::gu5423zh@go.minnstate.edu::a1cbad94-15c5-43ec-80dc-0886533afca6" providerId="AD" clId="Web-{C8F78E6F-3AED-487B-A90B-0DB2AD7E32F7}" dt="2023-11-14T16:27:30.113" v="44"/>
          <ac:spMkLst>
            <pc:docMk/>
            <pc:sldMk cId="4212760481" sldId="264"/>
            <ac:spMk id="3" creationId="{6B38C7BF-F9D5-9A53-DA96-6CEFA7E468C2}"/>
          </ac:spMkLst>
        </pc:spChg>
        <pc:picChg chg="add mod ord">
          <ac:chgData name="Mueller, Christopher J" userId="S::gu5423zh@go.minnstate.edu::a1cbad94-15c5-43ec-80dc-0886533afca6" providerId="AD" clId="Web-{C8F78E6F-3AED-487B-A90B-0DB2AD7E32F7}" dt="2023-11-14T16:27:31.488" v="45" actId="1076"/>
          <ac:picMkLst>
            <pc:docMk/>
            <pc:sldMk cId="4212760481" sldId="264"/>
            <ac:picMk id="4" creationId="{A5A43D6B-5A81-0BE9-D4C0-3F837D367BAA}"/>
          </ac:picMkLst>
        </pc:picChg>
      </pc:sldChg>
      <pc:sldChg chg="addSp delSp modSp">
        <pc:chgData name="Mueller, Christopher J" userId="S::gu5423zh@go.minnstate.edu::a1cbad94-15c5-43ec-80dc-0886533afca6" providerId="AD" clId="Web-{C8F78E6F-3AED-487B-A90B-0DB2AD7E32F7}" dt="2023-11-14T16:04:03.286" v="4" actId="1076"/>
        <pc:sldMkLst>
          <pc:docMk/>
          <pc:sldMk cId="511329707" sldId="265"/>
        </pc:sldMkLst>
        <pc:spChg chg="del">
          <ac:chgData name="Mueller, Christopher J" userId="S::gu5423zh@go.minnstate.edu::a1cbad94-15c5-43ec-80dc-0886533afca6" providerId="AD" clId="Web-{C8F78E6F-3AED-487B-A90B-0DB2AD7E32F7}" dt="2023-11-14T16:04:00.895" v="3"/>
          <ac:spMkLst>
            <pc:docMk/>
            <pc:sldMk cId="511329707" sldId="265"/>
            <ac:spMk id="3" creationId="{2DACEB76-41D6-B947-B4C9-E5319219A8FC}"/>
          </ac:spMkLst>
        </pc:spChg>
        <pc:picChg chg="add mod ord">
          <ac:chgData name="Mueller, Christopher J" userId="S::gu5423zh@go.minnstate.edu::a1cbad94-15c5-43ec-80dc-0886533afca6" providerId="AD" clId="Web-{C8F78E6F-3AED-487B-A90B-0DB2AD7E32F7}" dt="2023-11-14T16:04:03.286" v="4" actId="1076"/>
          <ac:picMkLst>
            <pc:docMk/>
            <pc:sldMk cId="511329707" sldId="265"/>
            <ac:picMk id="4" creationId="{2C4B077C-BC0E-BAEF-07C3-2F1AA550B932}"/>
          </ac:picMkLst>
        </pc:picChg>
      </pc:sldChg>
      <pc:sldChg chg="addSp delSp modSp ord">
        <pc:chgData name="Mueller, Christopher J" userId="S::gu5423zh@go.minnstate.edu::a1cbad94-15c5-43ec-80dc-0886533afca6" providerId="AD" clId="Web-{C8F78E6F-3AED-487B-A90B-0DB2AD7E32F7}" dt="2023-11-14T16:35:03.024" v="63" actId="1076"/>
        <pc:sldMkLst>
          <pc:docMk/>
          <pc:sldMk cId="2700405408" sldId="266"/>
        </pc:sldMkLst>
        <pc:spChg chg="del">
          <ac:chgData name="Mueller, Christopher J" userId="S::gu5423zh@go.minnstate.edu::a1cbad94-15c5-43ec-80dc-0886533afca6" providerId="AD" clId="Web-{C8F78E6F-3AED-487B-A90B-0DB2AD7E32F7}" dt="2023-11-14T16:28:38.067" v="46"/>
          <ac:spMkLst>
            <pc:docMk/>
            <pc:sldMk cId="2700405408" sldId="266"/>
            <ac:spMk id="3" creationId="{E3199473-0EB3-A8F9-75BF-D9838E896458}"/>
          </ac:spMkLst>
        </pc:spChg>
        <pc:picChg chg="add mod ord">
          <ac:chgData name="Mueller, Christopher J" userId="S::gu5423zh@go.minnstate.edu::a1cbad94-15c5-43ec-80dc-0886533afca6" providerId="AD" clId="Web-{C8F78E6F-3AED-487B-A90B-0DB2AD7E32F7}" dt="2023-11-14T16:35:03.024" v="63" actId="1076"/>
          <ac:picMkLst>
            <pc:docMk/>
            <pc:sldMk cId="2700405408" sldId="266"/>
            <ac:picMk id="4" creationId="{23E30D9F-61E8-5F09-87FA-6DE2DEF867B4}"/>
          </ac:picMkLst>
        </pc:picChg>
      </pc:sldChg>
      <pc:sldChg chg="addSp delSp modSp ord">
        <pc:chgData name="Mueller, Christopher J" userId="S::gu5423zh@go.minnstate.edu::a1cbad94-15c5-43ec-80dc-0886533afca6" providerId="AD" clId="Web-{C8F78E6F-3AED-487B-A90B-0DB2AD7E32F7}" dt="2023-11-14T16:29:28.270" v="49" actId="1076"/>
        <pc:sldMkLst>
          <pc:docMk/>
          <pc:sldMk cId="4186794603" sldId="267"/>
        </pc:sldMkLst>
        <pc:spChg chg="del">
          <ac:chgData name="Mueller, Christopher J" userId="S::gu5423zh@go.minnstate.edu::a1cbad94-15c5-43ec-80dc-0886533afca6" providerId="AD" clId="Web-{C8F78E6F-3AED-487B-A90B-0DB2AD7E32F7}" dt="2023-11-14T16:29:14.942" v="48"/>
          <ac:spMkLst>
            <pc:docMk/>
            <pc:sldMk cId="4186794603" sldId="267"/>
            <ac:spMk id="3" creationId="{9A7B7548-8C4B-3B43-8E96-50E4F7B6C325}"/>
          </ac:spMkLst>
        </pc:spChg>
        <pc:picChg chg="add mod ord">
          <ac:chgData name="Mueller, Christopher J" userId="S::gu5423zh@go.minnstate.edu::a1cbad94-15c5-43ec-80dc-0886533afca6" providerId="AD" clId="Web-{C8F78E6F-3AED-487B-A90B-0DB2AD7E32F7}" dt="2023-11-14T16:29:28.270" v="49" actId="1076"/>
          <ac:picMkLst>
            <pc:docMk/>
            <pc:sldMk cId="4186794603" sldId="267"/>
            <ac:picMk id="4" creationId="{0B683D93-3491-FF15-2BCE-0D772C1870A7}"/>
          </ac:picMkLst>
        </pc:picChg>
      </pc:sldChg>
      <pc:sldChg chg="addSp delSp modSp">
        <pc:chgData name="Mueller, Christopher J" userId="S::gu5423zh@go.minnstate.edu::a1cbad94-15c5-43ec-80dc-0886533afca6" providerId="AD" clId="Web-{C8F78E6F-3AED-487B-A90B-0DB2AD7E32F7}" dt="2023-11-14T16:29:58.302" v="52" actId="1076"/>
        <pc:sldMkLst>
          <pc:docMk/>
          <pc:sldMk cId="2893018387" sldId="268"/>
        </pc:sldMkLst>
        <pc:spChg chg="del">
          <ac:chgData name="Mueller, Christopher J" userId="S::gu5423zh@go.minnstate.edu::a1cbad94-15c5-43ec-80dc-0886533afca6" providerId="AD" clId="Web-{C8F78E6F-3AED-487B-A90B-0DB2AD7E32F7}" dt="2023-11-14T16:29:54.302" v="50"/>
          <ac:spMkLst>
            <pc:docMk/>
            <pc:sldMk cId="2893018387" sldId="268"/>
            <ac:spMk id="3" creationId="{C4820031-B701-9343-E5FC-A6AD28DBE0CF}"/>
          </ac:spMkLst>
        </pc:spChg>
        <pc:picChg chg="add mod ord">
          <ac:chgData name="Mueller, Christopher J" userId="S::gu5423zh@go.minnstate.edu::a1cbad94-15c5-43ec-80dc-0886533afca6" providerId="AD" clId="Web-{C8F78E6F-3AED-487B-A90B-0DB2AD7E32F7}" dt="2023-11-14T16:29:58.302" v="52" actId="1076"/>
          <ac:picMkLst>
            <pc:docMk/>
            <pc:sldMk cId="2893018387" sldId="268"/>
            <ac:picMk id="4" creationId="{6906EB2C-5481-55F6-3FC6-796BC272CC7A}"/>
          </ac:picMkLst>
        </pc:picChg>
      </pc:sldChg>
      <pc:sldChg chg="del">
        <pc:chgData name="Mueller, Christopher J" userId="S::gu5423zh@go.minnstate.edu::a1cbad94-15c5-43ec-80dc-0886533afca6" providerId="AD" clId="Web-{C8F78E6F-3AED-487B-A90B-0DB2AD7E32F7}" dt="2023-11-14T16:30:05.193" v="53"/>
        <pc:sldMkLst>
          <pc:docMk/>
          <pc:sldMk cId="2360340078" sldId="269"/>
        </pc:sldMkLst>
      </pc:sldChg>
      <pc:sldChg chg="addSp delSp modSp new">
        <pc:chgData name="Mueller, Christopher J" userId="S::gu5423zh@go.minnstate.edu::a1cbad94-15c5-43ec-80dc-0886533afca6" providerId="AD" clId="Web-{C8F78E6F-3AED-487B-A90B-0DB2AD7E32F7}" dt="2023-11-14T16:26:41.284" v="43" actId="14100"/>
        <pc:sldMkLst>
          <pc:docMk/>
          <pc:sldMk cId="595773275" sldId="273"/>
        </pc:sldMkLst>
        <pc:spChg chg="mod">
          <ac:chgData name="Mueller, Christopher J" userId="S::gu5423zh@go.minnstate.edu::a1cbad94-15c5-43ec-80dc-0886533afca6" providerId="AD" clId="Web-{C8F78E6F-3AED-487B-A90B-0DB2AD7E32F7}" dt="2023-11-14T16:24:10.080" v="23" actId="20577"/>
          <ac:spMkLst>
            <pc:docMk/>
            <pc:sldMk cId="595773275" sldId="273"/>
            <ac:spMk id="2" creationId="{9B70E854-99BC-0B4C-5FD2-CBC70E64E990}"/>
          </ac:spMkLst>
        </pc:spChg>
        <pc:spChg chg="del">
          <ac:chgData name="Mueller, Christopher J" userId="S::gu5423zh@go.minnstate.edu::a1cbad94-15c5-43ec-80dc-0886533afca6" providerId="AD" clId="Web-{C8F78E6F-3AED-487B-A90B-0DB2AD7E32F7}" dt="2023-11-14T16:26:38.190" v="41"/>
          <ac:spMkLst>
            <pc:docMk/>
            <pc:sldMk cId="595773275" sldId="273"/>
            <ac:spMk id="3" creationId="{BC80CE0F-E7D3-EA70-BEAF-07BF348EEC7B}"/>
          </ac:spMkLst>
        </pc:spChg>
        <pc:picChg chg="add mod ord">
          <ac:chgData name="Mueller, Christopher J" userId="S::gu5423zh@go.minnstate.edu::a1cbad94-15c5-43ec-80dc-0886533afca6" providerId="AD" clId="Web-{C8F78E6F-3AED-487B-A90B-0DB2AD7E32F7}" dt="2023-11-14T16:26:41.284" v="43" actId="14100"/>
          <ac:picMkLst>
            <pc:docMk/>
            <pc:sldMk cId="595773275" sldId="273"/>
            <ac:picMk id="4" creationId="{B5A2A196-8ACF-8713-91F0-8BD7A83A43B1}"/>
          </ac:picMkLst>
        </pc:picChg>
      </pc:sldChg>
      <pc:sldChg chg="modSp new">
        <pc:chgData name="Mueller, Christopher J" userId="S::gu5423zh@go.minnstate.edu::a1cbad94-15c5-43ec-80dc-0886533afca6" providerId="AD" clId="Web-{C8F78E6F-3AED-487B-A90B-0DB2AD7E32F7}" dt="2023-11-14T16:24:18.001" v="35" actId="20577"/>
        <pc:sldMkLst>
          <pc:docMk/>
          <pc:sldMk cId="2380548685" sldId="274"/>
        </pc:sldMkLst>
        <pc:spChg chg="mod">
          <ac:chgData name="Mueller, Christopher J" userId="S::gu5423zh@go.minnstate.edu::a1cbad94-15c5-43ec-80dc-0886533afca6" providerId="AD" clId="Web-{C8F78E6F-3AED-487B-A90B-0DB2AD7E32F7}" dt="2023-11-14T16:24:18.001" v="35" actId="20577"/>
          <ac:spMkLst>
            <pc:docMk/>
            <pc:sldMk cId="2380548685" sldId="274"/>
            <ac:spMk id="2" creationId="{E9FA85FE-0322-7894-3D3D-5A9FD557F1DC}"/>
          </ac:spMkLst>
        </pc:spChg>
      </pc:sldChg>
      <pc:sldChg chg="addSp modSp">
        <pc:chgData name="Mueller, Christopher J" userId="S::gu5423zh@go.minnstate.edu::a1cbad94-15c5-43ec-80dc-0886533afca6" providerId="AD" clId="Web-{C8F78E6F-3AED-487B-A90B-0DB2AD7E32F7}" dt="2023-11-14T16:31:28.334" v="57" actId="1076"/>
        <pc:sldMkLst>
          <pc:docMk/>
          <pc:sldMk cId="2093926836" sldId="275"/>
        </pc:sldMkLst>
        <pc:picChg chg="add mod">
          <ac:chgData name="Mueller, Christopher J" userId="S::gu5423zh@go.minnstate.edu::a1cbad94-15c5-43ec-80dc-0886533afca6" providerId="AD" clId="Web-{C8F78E6F-3AED-487B-A90B-0DB2AD7E32F7}" dt="2023-11-14T16:31:28.334" v="57" actId="1076"/>
          <ac:picMkLst>
            <pc:docMk/>
            <pc:sldMk cId="2093926836" sldId="275"/>
            <ac:picMk id="4" creationId="{E184D3D6-265A-FE78-E806-DE7DD2F2FF73}"/>
          </ac:picMkLst>
        </pc:picChg>
      </pc:sldChg>
      <pc:sldChg chg="addSp modSp">
        <pc:chgData name="Mueller, Christopher J" userId="S::gu5423zh@go.minnstate.edu::a1cbad94-15c5-43ec-80dc-0886533afca6" providerId="AD" clId="Web-{C8F78E6F-3AED-487B-A90B-0DB2AD7E32F7}" dt="2023-11-14T16:31:56.459" v="59" actId="1076"/>
        <pc:sldMkLst>
          <pc:docMk/>
          <pc:sldMk cId="4140244896" sldId="276"/>
        </pc:sldMkLst>
        <pc:picChg chg="add mod">
          <ac:chgData name="Mueller, Christopher J" userId="S::gu5423zh@go.minnstate.edu::a1cbad94-15c5-43ec-80dc-0886533afca6" providerId="AD" clId="Web-{C8F78E6F-3AED-487B-A90B-0DB2AD7E32F7}" dt="2023-11-14T16:31:56.459" v="59" actId="1076"/>
          <ac:picMkLst>
            <pc:docMk/>
            <pc:sldMk cId="4140244896" sldId="276"/>
            <ac:picMk id="4" creationId="{D56F2774-F392-C7E5-0726-B57ECBF70ECD}"/>
          </ac:picMkLst>
        </pc:picChg>
      </pc:sldChg>
      <pc:sldChg chg="addSp modSp">
        <pc:chgData name="Mueller, Christopher J" userId="S::gu5423zh@go.minnstate.edu::a1cbad94-15c5-43ec-80dc-0886533afca6" providerId="AD" clId="Web-{C8F78E6F-3AED-487B-A90B-0DB2AD7E32F7}" dt="2023-11-14T16:33:34.539" v="61" actId="1076"/>
        <pc:sldMkLst>
          <pc:docMk/>
          <pc:sldMk cId="3600432080" sldId="277"/>
        </pc:sldMkLst>
        <pc:picChg chg="add mod">
          <ac:chgData name="Mueller, Christopher J" userId="S::gu5423zh@go.minnstate.edu::a1cbad94-15c5-43ec-80dc-0886533afca6" providerId="AD" clId="Web-{C8F78E6F-3AED-487B-A90B-0DB2AD7E32F7}" dt="2023-11-14T16:33:34.539" v="61" actId="1076"/>
          <ac:picMkLst>
            <pc:docMk/>
            <pc:sldMk cId="3600432080" sldId="277"/>
            <ac:picMk id="4" creationId="{4D0F735E-9197-FF48-BD5E-1368D2F1879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30523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579622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FF2BD96E-3838-45D2-9031-D3AF67C920A5}" type="slidenum">
              <a:rPr lang="en-US" smtClean="0"/>
              <a:t>‹#›</a:t>
            </a:fld>
            <a:endParaRPr lang="en-US"/>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2637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127137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023359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31663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094865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754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588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932874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fld id="{4EC743F4-8769-40B4-85DF-6CB8DE9F66AA}" type="datetimeFigureOut">
              <a:rPr lang="en-US" smtClean="0"/>
              <a:t>12/5/2023</a:t>
            </a:fld>
            <a:endParaRPr lang="en-US"/>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91118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fld id="{4EC743F4-8769-40B4-85DF-6CB8DE9F66AA}" type="datetimeFigureOut">
              <a:rPr lang="en-US" smtClean="0"/>
              <a:pPr/>
              <a:t>12/5/2023</a:t>
            </a:fld>
            <a:endParaRPr lang="en-US"/>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FF2BD96E-3838-45D2-9031-D3AF67C920A5}" type="slidenum">
              <a:rPr lang="en-US" smtClean="0"/>
              <a:pPr/>
              <a:t>‹#›</a:t>
            </a:fld>
            <a:endParaRPr lang="en-US"/>
          </a:p>
        </p:txBody>
      </p:sp>
    </p:spTree>
    <p:extLst>
      <p:ext uri="{BB962C8B-B14F-4D97-AF65-F5344CB8AC3E}">
        <p14:creationId xmlns:p14="http://schemas.microsoft.com/office/powerpoint/2010/main" val="286277333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87"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Layout" Target="../slideLayouts/slideLayout4.xml"/><Relationship Id="rId5" Type="http://schemas.openxmlformats.org/officeDocument/2006/relationships/image" Target="../media/image25.jpe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Layout" Target="../slideLayouts/slideLayout4.xml"/><Relationship Id="rId5" Type="http://schemas.openxmlformats.org/officeDocument/2006/relationships/image" Target="../media/image22.jpe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8.png"/><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1.png"/><Relationship Id="rId1" Type="http://schemas.openxmlformats.org/officeDocument/2006/relationships/slideLayout" Target="../slideLayouts/slideLayout4.xml"/><Relationship Id="rId5" Type="http://schemas.openxmlformats.org/officeDocument/2006/relationships/image" Target="../media/image33.jpe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4.png"/><Relationship Id="rId1" Type="http://schemas.openxmlformats.org/officeDocument/2006/relationships/slideLayout" Target="../slideLayouts/slideLayout4.xml"/><Relationship Id="rId5" Type="http://schemas.openxmlformats.org/officeDocument/2006/relationships/image" Target="../media/image36.jpe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7.png"/><Relationship Id="rId1" Type="http://schemas.openxmlformats.org/officeDocument/2006/relationships/slideLayout" Target="../slideLayouts/slideLayout4.xml"/><Relationship Id="rId5" Type="http://schemas.openxmlformats.org/officeDocument/2006/relationships/image" Target="../media/image39.jpe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0.png"/><Relationship Id="rId1" Type="http://schemas.openxmlformats.org/officeDocument/2006/relationships/slideLayout" Target="../slideLayouts/slideLayout4.xml"/><Relationship Id="rId5" Type="http://schemas.openxmlformats.org/officeDocument/2006/relationships/image" Target="../media/image42.jpe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10.png"/><Relationship Id="rId7" Type="http://schemas.openxmlformats.org/officeDocument/2006/relationships/image" Target="../media/image39.jpeg"/><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image" Target="../media/image36.jpeg"/><Relationship Id="rId5" Type="http://schemas.openxmlformats.org/officeDocument/2006/relationships/image" Target="../media/image33.jpe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5.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42EC32AE-E4F8-4BC6-BEF2-B48BDD157D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760863" y="1079500"/>
            <a:ext cx="3882286" cy="2138400"/>
          </a:xfrm>
        </p:spPr>
        <p:txBody>
          <a:bodyPr>
            <a:normAutofit/>
          </a:bodyPr>
          <a:lstStyle/>
          <a:p>
            <a:r>
              <a:rPr lang="en-US"/>
              <a:t>MYOPIA!</a:t>
            </a:r>
          </a:p>
        </p:txBody>
      </p:sp>
      <p:sp>
        <p:nvSpPr>
          <p:cNvPr id="3" name="Subtitle 2"/>
          <p:cNvSpPr>
            <a:spLocks noGrp="1"/>
          </p:cNvSpPr>
          <p:nvPr>
            <p:ph type="subTitle" idx="1"/>
          </p:nvPr>
        </p:nvSpPr>
        <p:spPr>
          <a:xfrm>
            <a:off x="8208006" y="4113213"/>
            <a:ext cx="2988000" cy="1655762"/>
          </a:xfrm>
        </p:spPr>
        <p:txBody>
          <a:bodyPr vert="horz" lIns="91440" tIns="45720" rIns="91440" bIns="45720" rtlCol="0" anchor="t">
            <a:normAutofit/>
          </a:bodyPr>
          <a:lstStyle/>
          <a:p>
            <a:endParaRPr lang="en-US">
              <a:solidFill>
                <a:srgbClr val="000000">
                  <a:alpha val="60000"/>
                </a:srgbClr>
              </a:solidFill>
            </a:endParaRPr>
          </a:p>
        </p:txBody>
      </p:sp>
      <p:pic>
        <p:nvPicPr>
          <p:cNvPr id="4" name="Picture 3" descr="Pink powder smoke">
            <a:extLst>
              <a:ext uri="{FF2B5EF4-FFF2-40B4-BE49-F238E27FC236}">
                <a16:creationId xmlns:a16="http://schemas.microsoft.com/office/drawing/2014/main" id="{1EBFD0D5-5B49-89A1-78D4-76EE9E6D9466}"/>
              </a:ext>
            </a:extLst>
          </p:cNvPr>
          <p:cNvPicPr>
            <a:picLocks noChangeAspect="1"/>
          </p:cNvPicPr>
          <p:nvPr/>
        </p:nvPicPr>
        <p:blipFill rotWithShape="1">
          <a:blip r:embed="rId2"/>
          <a:srcRect t="15038"/>
          <a:stretch/>
        </p:blipFill>
        <p:spPr>
          <a:xfrm>
            <a:off x="20" y="10"/>
            <a:ext cx="7210780" cy="3430790"/>
          </a:xfrm>
          <a:prstGeom prst="rect">
            <a:avLst/>
          </a:prstGeom>
        </p:spPr>
      </p:pic>
      <p:pic>
        <p:nvPicPr>
          <p:cNvPr id="6" name="Picture 5" descr="Myopia Nearsightedness Stock Illustrations – 333 Myopia Nearsightedness  Stock Illustrations, Vectors &amp; Clipart - Dreamstime">
            <a:extLst>
              <a:ext uri="{FF2B5EF4-FFF2-40B4-BE49-F238E27FC236}">
                <a16:creationId xmlns:a16="http://schemas.microsoft.com/office/drawing/2014/main" id="{C6CC6972-4BAE-CAF5-15D5-273C0591ADA2}"/>
              </a:ext>
            </a:extLst>
          </p:cNvPr>
          <p:cNvPicPr>
            <a:picLocks noChangeAspect="1"/>
          </p:cNvPicPr>
          <p:nvPr/>
        </p:nvPicPr>
        <p:blipFill rotWithShape="1">
          <a:blip r:embed="rId3"/>
          <a:srcRect t="16" r="1" b="1"/>
          <a:stretch/>
        </p:blipFill>
        <p:spPr>
          <a:xfrm>
            <a:off x="-1" y="3427200"/>
            <a:ext cx="7210800" cy="3430800"/>
          </a:xfrm>
          <a:prstGeom prst="rect">
            <a:avLst/>
          </a:prstGeom>
        </p:spPr>
      </p:pic>
      <p:cxnSp>
        <p:nvCxnSpPr>
          <p:cNvPr id="39" name="Straight Connector 38">
            <a:extLst>
              <a:ext uri="{FF2B5EF4-FFF2-40B4-BE49-F238E27FC236}">
                <a16:creationId xmlns:a16="http://schemas.microsoft.com/office/drawing/2014/main" id="{ADAB51E2-65F2-4999-95CC-798DEA236B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32006"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D2EE047-566C-48D4-9F44-4BB3B58F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8FCAD8-8749-32C1-89B0-47D50D226E2B}"/>
              </a:ext>
            </a:extLst>
          </p:cNvPr>
          <p:cNvSpPr>
            <a:spLocks noGrp="1"/>
          </p:cNvSpPr>
          <p:nvPr>
            <p:ph type="title"/>
          </p:nvPr>
        </p:nvSpPr>
        <p:spPr>
          <a:xfrm>
            <a:off x="990000" y="945926"/>
            <a:ext cx="3531600" cy="1815882"/>
          </a:xfrm>
        </p:spPr>
        <p:txBody>
          <a:bodyPr anchor="t">
            <a:normAutofit/>
          </a:bodyPr>
          <a:lstStyle/>
          <a:p>
            <a:r>
              <a:rPr lang="en-US"/>
              <a:t>Background</a:t>
            </a:r>
          </a:p>
        </p:txBody>
      </p:sp>
      <p:sp>
        <p:nvSpPr>
          <p:cNvPr id="3" name="Content Placeholder 2">
            <a:extLst>
              <a:ext uri="{FF2B5EF4-FFF2-40B4-BE49-F238E27FC236}">
                <a16:creationId xmlns:a16="http://schemas.microsoft.com/office/drawing/2014/main" id="{3538B89A-BE41-55BA-9006-AA40AFAE00D0}"/>
              </a:ext>
            </a:extLst>
          </p:cNvPr>
          <p:cNvSpPr>
            <a:spLocks noGrp="1"/>
          </p:cNvSpPr>
          <p:nvPr>
            <p:ph idx="1"/>
          </p:nvPr>
        </p:nvSpPr>
        <p:spPr>
          <a:xfrm>
            <a:off x="4997457" y="935999"/>
            <a:ext cx="6114543" cy="4832975"/>
          </a:xfrm>
        </p:spPr>
        <p:txBody>
          <a:bodyPr vert="horz" lIns="91440" tIns="45720" rIns="91440" bIns="45720" rtlCol="0" anchor="t">
            <a:noAutofit/>
          </a:bodyPr>
          <a:lstStyle/>
          <a:p>
            <a:pPr marL="359410" indent="-359410">
              <a:lnSpc>
                <a:spcPct val="140000"/>
              </a:lnSpc>
            </a:pPr>
            <a:r>
              <a:rPr lang="en-US">
                <a:solidFill>
                  <a:schemeClr val="tx1"/>
                </a:solidFill>
              </a:rPr>
              <a:t>Characteristics: Difficult seeing distant objects</a:t>
            </a:r>
          </a:p>
          <a:p>
            <a:pPr marL="359410" indent="-359410">
              <a:lnSpc>
                <a:spcPct val="140000"/>
              </a:lnSpc>
            </a:pPr>
            <a:r>
              <a:rPr lang="en-US">
                <a:solidFill>
                  <a:schemeClr val="tx1"/>
                </a:solidFill>
              </a:rPr>
              <a:t>Cause: Elongation of the eyeball, causing images to focus in front of the retina</a:t>
            </a:r>
          </a:p>
          <a:p>
            <a:pPr marL="359410" indent="-359410">
              <a:lnSpc>
                <a:spcPct val="140000"/>
              </a:lnSpc>
            </a:pPr>
            <a:r>
              <a:rPr lang="en-US">
                <a:solidFill>
                  <a:schemeClr val="tx1"/>
                </a:solidFill>
              </a:rPr>
              <a:t>Age of Onset: Typically between 8-12 years</a:t>
            </a:r>
          </a:p>
          <a:p>
            <a:pPr marL="359410" indent="-359410">
              <a:lnSpc>
                <a:spcPct val="140000"/>
              </a:lnSpc>
            </a:pPr>
            <a:r>
              <a:rPr lang="en-US">
                <a:solidFill>
                  <a:schemeClr val="tx1"/>
                </a:solidFill>
              </a:rPr>
              <a:t>Influencing Factors: Genetic predisposition and lifestyle factors</a:t>
            </a:r>
          </a:p>
          <a:p>
            <a:pPr marL="359410" indent="-359410">
              <a:lnSpc>
                <a:spcPct val="140000"/>
              </a:lnSpc>
            </a:pPr>
            <a:r>
              <a:rPr lang="en-US">
                <a:solidFill>
                  <a:schemeClr val="tx1"/>
                </a:solidFill>
              </a:rPr>
              <a:t>Dataset Source: Subset from the Orinda Longitudinal Study of Myopia</a:t>
            </a:r>
          </a:p>
          <a:p>
            <a:pPr marL="359410" lvl="1">
              <a:lnSpc>
                <a:spcPct val="140000"/>
              </a:lnSpc>
              <a:buClr>
                <a:srgbClr val="C594A7"/>
              </a:buClr>
            </a:pPr>
            <a:r>
              <a:rPr lang="en-US" i="0">
                <a:solidFill>
                  <a:schemeClr val="tx1"/>
                </a:solidFill>
              </a:rPr>
              <a:t>-Evolved into the Collective Longitudinal Evaluation of Ethnicity and Refractive Error Study</a:t>
            </a:r>
          </a:p>
          <a:p>
            <a:pPr marL="359410" indent="-359410">
              <a:lnSpc>
                <a:spcPct val="140000"/>
              </a:lnSpc>
              <a:buClr>
                <a:srgbClr val="C594A7"/>
              </a:buClr>
            </a:pPr>
            <a:endParaRPr lang="en-US" sz="1700">
              <a:solidFill>
                <a:schemeClr val="tx1"/>
              </a:solidFill>
            </a:endParaRPr>
          </a:p>
        </p:txBody>
      </p:sp>
      <p:pic>
        <p:nvPicPr>
          <p:cNvPr id="6" name="Picture 5" descr="Myopia - Public Ed Presentation | The Canadian Association of Optometrists">
            <a:extLst>
              <a:ext uri="{FF2B5EF4-FFF2-40B4-BE49-F238E27FC236}">
                <a16:creationId xmlns:a16="http://schemas.microsoft.com/office/drawing/2014/main" id="{C8EF5507-4EA0-28ED-012E-541927C14F7F}"/>
              </a:ext>
            </a:extLst>
          </p:cNvPr>
          <p:cNvPicPr>
            <a:picLocks noChangeAspect="1"/>
          </p:cNvPicPr>
          <p:nvPr/>
        </p:nvPicPr>
        <p:blipFill>
          <a:blip r:embed="rId2"/>
          <a:stretch>
            <a:fillRect/>
          </a:stretch>
        </p:blipFill>
        <p:spPr>
          <a:xfrm>
            <a:off x="384562" y="2972950"/>
            <a:ext cx="4493985" cy="2261053"/>
          </a:xfrm>
          <a:prstGeom prst="rect">
            <a:avLst/>
          </a:prstGeom>
        </p:spPr>
      </p:pic>
    </p:spTree>
    <p:extLst>
      <p:ext uri="{BB962C8B-B14F-4D97-AF65-F5344CB8AC3E}">
        <p14:creationId xmlns:p14="http://schemas.microsoft.com/office/powerpoint/2010/main" val="3150354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E46ED-CA02-22A9-2770-169C5215F581}"/>
              </a:ext>
            </a:extLst>
          </p:cNvPr>
          <p:cNvSpPr>
            <a:spLocks noGrp="1"/>
          </p:cNvSpPr>
          <p:nvPr>
            <p:ph type="title"/>
          </p:nvPr>
        </p:nvSpPr>
        <p:spPr/>
        <p:txBody>
          <a:bodyPr/>
          <a:lstStyle/>
          <a:p>
            <a:r>
              <a:rPr lang="en-US"/>
              <a:t>Objective of the Study</a:t>
            </a:r>
          </a:p>
        </p:txBody>
      </p:sp>
      <p:sp>
        <p:nvSpPr>
          <p:cNvPr id="3" name="Content Placeholder 2">
            <a:extLst>
              <a:ext uri="{FF2B5EF4-FFF2-40B4-BE49-F238E27FC236}">
                <a16:creationId xmlns:a16="http://schemas.microsoft.com/office/drawing/2014/main" id="{26A9EA97-E2E9-A29B-112F-C4FCEC3867FC}"/>
              </a:ext>
            </a:extLst>
          </p:cNvPr>
          <p:cNvSpPr>
            <a:spLocks noGrp="1"/>
          </p:cNvSpPr>
          <p:nvPr>
            <p:ph idx="1"/>
          </p:nvPr>
        </p:nvSpPr>
        <p:spPr>
          <a:xfrm>
            <a:off x="989400" y="1685925"/>
            <a:ext cx="10213200" cy="4784048"/>
          </a:xfrm>
        </p:spPr>
        <p:txBody>
          <a:bodyPr vert="horz" lIns="91440" tIns="45720" rIns="91440" bIns="45720" rtlCol="0" anchor="t">
            <a:normAutofit/>
          </a:bodyPr>
          <a:lstStyle/>
          <a:p>
            <a:pPr marL="359410" indent="-359410"/>
            <a:r>
              <a:rPr lang="en-US">
                <a:solidFill>
                  <a:schemeClr val="tx1"/>
                </a:solidFill>
              </a:rPr>
              <a:t>Primary Objective: Identify and analyze factors contributing to the onset of Myopia in children</a:t>
            </a:r>
          </a:p>
          <a:p>
            <a:pPr marL="359410" indent="-359410"/>
            <a:r>
              <a:rPr lang="en-US">
                <a:solidFill>
                  <a:schemeClr val="tx1"/>
                </a:solidFill>
              </a:rPr>
              <a:t>Sample Size: 618 subjects, non-myopic at entry, with a minimum of 5 years follow-up</a:t>
            </a:r>
          </a:p>
          <a:p>
            <a:pPr marL="359410" indent="-359410"/>
            <a:r>
              <a:rPr lang="en-US">
                <a:solidFill>
                  <a:schemeClr val="tx1"/>
                </a:solidFill>
              </a:rPr>
              <a:t>Key Focus Areas: Ocular anatomy, Family History, Lifestyle choices (visual)</a:t>
            </a:r>
          </a:p>
          <a:p>
            <a:pPr marL="359410" indent="-359410"/>
            <a:r>
              <a:rPr lang="en-US">
                <a:solidFill>
                  <a:schemeClr val="tx1"/>
                </a:solidFill>
              </a:rPr>
              <a:t>Methodology: Statistical analysis to establish correlations over a 5 year period</a:t>
            </a:r>
          </a:p>
          <a:p>
            <a:pPr marL="359410" indent="-359410"/>
            <a:r>
              <a:rPr lang="en-US">
                <a:solidFill>
                  <a:schemeClr val="tx1"/>
                </a:solidFill>
              </a:rPr>
              <a:t>Goal: Provide insights into Myopia risk factors for future prevention and treatment strategies.</a:t>
            </a:r>
          </a:p>
        </p:txBody>
      </p:sp>
      <p:pic>
        <p:nvPicPr>
          <p:cNvPr id="4" name="Picture 3" descr="Student Learning Objectives photo background, transparent png images and  svg vector clipart PNG Clipart - Royalty Free SVG / PNG">
            <a:extLst>
              <a:ext uri="{FF2B5EF4-FFF2-40B4-BE49-F238E27FC236}">
                <a16:creationId xmlns:a16="http://schemas.microsoft.com/office/drawing/2014/main" id="{C0A330A8-E53E-27EE-D416-33425B33A7B4}"/>
              </a:ext>
            </a:extLst>
          </p:cNvPr>
          <p:cNvPicPr>
            <a:picLocks noChangeAspect="1"/>
          </p:cNvPicPr>
          <p:nvPr/>
        </p:nvPicPr>
        <p:blipFill>
          <a:blip r:embed="rId2"/>
          <a:stretch>
            <a:fillRect/>
          </a:stretch>
        </p:blipFill>
        <p:spPr>
          <a:xfrm>
            <a:off x="6511807" y="75142"/>
            <a:ext cx="2743200" cy="1608901"/>
          </a:xfrm>
          <a:prstGeom prst="rect">
            <a:avLst/>
          </a:prstGeom>
        </p:spPr>
      </p:pic>
    </p:spTree>
    <p:extLst>
      <p:ext uri="{BB962C8B-B14F-4D97-AF65-F5344CB8AC3E}">
        <p14:creationId xmlns:p14="http://schemas.microsoft.com/office/powerpoint/2010/main" val="3960386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1EC5C4-F614-ED61-5F2D-F94151DBBD07}"/>
              </a:ext>
            </a:extLst>
          </p:cNvPr>
          <p:cNvSpPr>
            <a:spLocks noGrp="1"/>
          </p:cNvSpPr>
          <p:nvPr>
            <p:ph type="title"/>
          </p:nvPr>
        </p:nvSpPr>
        <p:spPr>
          <a:xfrm>
            <a:off x="990000" y="423382"/>
            <a:ext cx="4078800" cy="1569660"/>
          </a:xfrm>
        </p:spPr>
        <p:txBody>
          <a:bodyPr wrap="square" anchor="b">
            <a:normAutofit/>
          </a:bodyPr>
          <a:lstStyle/>
          <a:p>
            <a:pPr algn="ctr"/>
            <a:r>
              <a:rPr lang="en-US"/>
              <a:t>Variables: ID and STUDYYEAR </a:t>
            </a:r>
          </a:p>
        </p:txBody>
      </p:sp>
      <p:sp>
        <p:nvSpPr>
          <p:cNvPr id="3" name="Content Placeholder 2">
            <a:extLst>
              <a:ext uri="{FF2B5EF4-FFF2-40B4-BE49-F238E27FC236}">
                <a16:creationId xmlns:a16="http://schemas.microsoft.com/office/drawing/2014/main" id="{0A9DF5F6-4CCF-6672-1F72-FA83E4BE0AE2}"/>
              </a:ext>
            </a:extLst>
          </p:cNvPr>
          <p:cNvSpPr>
            <a:spLocks noGrp="1"/>
          </p:cNvSpPr>
          <p:nvPr>
            <p:ph idx="1"/>
          </p:nvPr>
        </p:nvSpPr>
        <p:spPr>
          <a:xfrm>
            <a:off x="990000" y="2361601"/>
            <a:ext cx="4078800" cy="3416900"/>
          </a:xfrm>
        </p:spPr>
        <p:txBody>
          <a:bodyPr vert="horz" lIns="91440" tIns="45720" rIns="91440" bIns="45720" rtlCol="0" anchor="t">
            <a:noAutofit/>
          </a:bodyPr>
          <a:lstStyle/>
          <a:p>
            <a:pPr marL="359410" indent="-359410">
              <a:lnSpc>
                <a:spcPct val="140000"/>
              </a:lnSpc>
            </a:pPr>
            <a:r>
              <a:rPr lang="en-US">
                <a:latin typeface="Avenir Next LT Pro"/>
                <a:ea typeface="+mn-lt"/>
                <a:cs typeface="Arial"/>
              </a:rPr>
              <a:t> </a:t>
            </a:r>
            <a:r>
              <a:rPr lang="en-US" u="sng">
                <a:solidFill>
                  <a:schemeClr val="tx1">
                    <a:lumMod val="95000"/>
                    <a:lumOff val="5000"/>
                  </a:schemeClr>
                </a:solidFill>
                <a:latin typeface="Avenir Next LT Pro"/>
                <a:ea typeface="+mn-lt"/>
                <a:cs typeface="Arial"/>
              </a:rPr>
              <a:t>ID </a:t>
            </a:r>
            <a:endParaRPr lang="en-US">
              <a:solidFill>
                <a:schemeClr val="tx1">
                  <a:lumMod val="95000"/>
                  <a:lumOff val="5000"/>
                </a:schemeClr>
              </a:solidFill>
              <a:latin typeface="Avenir Next LT Pro"/>
              <a:cs typeface="Times New Roman"/>
            </a:endParaRPr>
          </a:p>
          <a:p>
            <a:pPr marL="359410" indent="-359410">
              <a:lnSpc>
                <a:spcPct val="140000"/>
              </a:lnSpc>
            </a:pPr>
            <a:r>
              <a:rPr lang="en-US">
                <a:solidFill>
                  <a:schemeClr val="tx1">
                    <a:lumMod val="95000"/>
                    <a:lumOff val="5000"/>
                  </a:schemeClr>
                </a:solidFill>
                <a:latin typeface="Avenir Next LT Pro"/>
                <a:ea typeface="+mn-lt"/>
                <a:cs typeface="Arial"/>
              </a:rPr>
              <a:t>-The ID variable is the subject identifier </a:t>
            </a:r>
            <a:endParaRPr lang="en-US">
              <a:solidFill>
                <a:schemeClr val="tx1">
                  <a:lumMod val="95000"/>
                  <a:lumOff val="5000"/>
                </a:schemeClr>
              </a:solidFill>
              <a:latin typeface="Avenir Next LT Pro"/>
              <a:cs typeface="Times New Roman"/>
            </a:endParaRPr>
          </a:p>
          <a:p>
            <a:pPr marL="359410" indent="-359410">
              <a:lnSpc>
                <a:spcPct val="140000"/>
              </a:lnSpc>
            </a:pPr>
            <a:r>
              <a:rPr lang="en-US" u="sng">
                <a:solidFill>
                  <a:schemeClr val="tx1">
                    <a:lumMod val="95000"/>
                    <a:lumOff val="5000"/>
                  </a:schemeClr>
                </a:solidFill>
                <a:latin typeface="Avenir Next LT Pro"/>
                <a:ea typeface="+mn-lt"/>
                <a:cs typeface="Arial"/>
              </a:rPr>
              <a:t>STUDYYEAR</a:t>
            </a:r>
            <a:r>
              <a:rPr lang="en-US" u="sng">
                <a:solidFill>
                  <a:schemeClr val="tx1">
                    <a:lumMod val="95000"/>
                    <a:lumOff val="5000"/>
                  </a:schemeClr>
                </a:solidFill>
                <a:latin typeface="Avenir Next LT Pro"/>
                <a:ea typeface="+mn-lt"/>
                <a:cs typeface="+mn-lt"/>
              </a:rPr>
              <a:t>  </a:t>
            </a:r>
            <a:endParaRPr lang="en-US" u="sng">
              <a:solidFill>
                <a:schemeClr val="tx1">
                  <a:lumMod val="95000"/>
                  <a:lumOff val="5000"/>
                </a:schemeClr>
              </a:solidFill>
              <a:latin typeface="Avenir Next LT Pro"/>
              <a:ea typeface="+mn-lt"/>
              <a:cs typeface="Arial"/>
            </a:endParaRPr>
          </a:p>
          <a:p>
            <a:pPr marL="359410" indent="-359410">
              <a:lnSpc>
                <a:spcPct val="140000"/>
              </a:lnSpc>
            </a:pPr>
            <a:r>
              <a:rPr lang="en-US">
                <a:solidFill>
                  <a:schemeClr val="tx1">
                    <a:lumMod val="95000"/>
                    <a:lumOff val="5000"/>
                  </a:schemeClr>
                </a:solidFill>
                <a:latin typeface="Avenir Next LT Pro"/>
                <a:ea typeface="+mn-lt"/>
                <a:cs typeface="+mn-lt"/>
              </a:rPr>
              <a:t>-The STUDYYEAR variable describes the year the subject entered the study</a:t>
            </a:r>
            <a:endParaRPr lang="en-US">
              <a:solidFill>
                <a:schemeClr val="tx1">
                  <a:lumMod val="95000"/>
                  <a:lumOff val="5000"/>
                </a:schemeClr>
              </a:solidFill>
              <a:latin typeface="Avenir Next LT Pro"/>
              <a:cs typeface="Arial"/>
            </a:endParaRPr>
          </a:p>
        </p:txBody>
      </p:sp>
      <p:cxnSp>
        <p:nvCxnSpPr>
          <p:cNvPr id="14" name="Straight Connector 13">
            <a:extLst>
              <a:ext uri="{FF2B5EF4-FFF2-40B4-BE49-F238E27FC236}">
                <a16:creationId xmlns:a16="http://schemas.microsoft.com/office/drawing/2014/main" id="{CC9CF63D-A2A3-4ECF-BC53-4B0D56918F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33"/>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Premium Vector | A id card with a man's face and a name tag">
            <a:extLst>
              <a:ext uri="{FF2B5EF4-FFF2-40B4-BE49-F238E27FC236}">
                <a16:creationId xmlns:a16="http://schemas.microsoft.com/office/drawing/2014/main" id="{3AA2F805-8E18-CCA9-D850-C9EE2F728D54}"/>
              </a:ext>
            </a:extLst>
          </p:cNvPr>
          <p:cNvPicPr>
            <a:picLocks noChangeAspect="1"/>
          </p:cNvPicPr>
          <p:nvPr/>
        </p:nvPicPr>
        <p:blipFill>
          <a:blip r:embed="rId2"/>
          <a:stretch>
            <a:fillRect/>
          </a:stretch>
        </p:blipFill>
        <p:spPr>
          <a:xfrm>
            <a:off x="7775906" y="540000"/>
            <a:ext cx="2754000" cy="2754000"/>
          </a:xfrm>
          <a:prstGeom prst="rect">
            <a:avLst/>
          </a:prstGeom>
        </p:spPr>
      </p:pic>
      <p:pic>
        <p:nvPicPr>
          <p:cNvPr id="7" name="Picture 6" descr="Custom 90s Clipart Transparent Collors Round Patch By Danz Blackbirdz -  Artistshot">
            <a:extLst>
              <a:ext uri="{FF2B5EF4-FFF2-40B4-BE49-F238E27FC236}">
                <a16:creationId xmlns:a16="http://schemas.microsoft.com/office/drawing/2014/main" id="{DF522EDE-D474-C7D4-FC49-04DC0A02D3CC}"/>
              </a:ext>
            </a:extLst>
          </p:cNvPr>
          <p:cNvPicPr>
            <a:picLocks noChangeAspect="1"/>
          </p:cNvPicPr>
          <p:nvPr/>
        </p:nvPicPr>
        <p:blipFill>
          <a:blip r:embed="rId3"/>
          <a:stretch>
            <a:fillRect/>
          </a:stretch>
        </p:blipFill>
        <p:spPr>
          <a:xfrm>
            <a:off x="7775906" y="3564000"/>
            <a:ext cx="2754000" cy="2754000"/>
          </a:xfrm>
          <a:prstGeom prst="rect">
            <a:avLst/>
          </a:prstGeom>
        </p:spPr>
      </p:pic>
    </p:spTree>
    <p:extLst>
      <p:ext uri="{BB962C8B-B14F-4D97-AF65-F5344CB8AC3E}">
        <p14:creationId xmlns:p14="http://schemas.microsoft.com/office/powerpoint/2010/main" val="1703823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C3174-A912-D16B-7981-FEE6C09204D8}"/>
              </a:ext>
            </a:extLst>
          </p:cNvPr>
          <p:cNvSpPr>
            <a:spLocks noGrp="1"/>
          </p:cNvSpPr>
          <p:nvPr>
            <p:ph type="title"/>
          </p:nvPr>
        </p:nvSpPr>
        <p:spPr>
          <a:xfrm>
            <a:off x="750564" y="190573"/>
            <a:ext cx="10213200" cy="1112836"/>
          </a:xfrm>
        </p:spPr>
        <p:txBody>
          <a:bodyPr/>
          <a:lstStyle/>
          <a:p>
            <a:r>
              <a:rPr lang="en-US"/>
              <a:t>Variable: MYOPIC</a:t>
            </a:r>
            <a:endParaRPr lang="en-US" sz="2000">
              <a:latin typeface="Arial"/>
              <a:cs typeface="Arial"/>
            </a:endParaRPr>
          </a:p>
        </p:txBody>
      </p:sp>
      <p:sp>
        <p:nvSpPr>
          <p:cNvPr id="3" name="Content Placeholder 2">
            <a:extLst>
              <a:ext uri="{FF2B5EF4-FFF2-40B4-BE49-F238E27FC236}">
                <a16:creationId xmlns:a16="http://schemas.microsoft.com/office/drawing/2014/main" id="{2A094474-8604-29A3-AD38-ED98F4302B12}"/>
              </a:ext>
            </a:extLst>
          </p:cNvPr>
          <p:cNvSpPr>
            <a:spLocks noGrp="1"/>
          </p:cNvSpPr>
          <p:nvPr>
            <p:ph idx="1"/>
          </p:nvPr>
        </p:nvSpPr>
        <p:spPr>
          <a:xfrm>
            <a:off x="648206" y="1424343"/>
            <a:ext cx="11145797" cy="5052399"/>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Arial"/>
              </a:rPr>
              <a:t>The MYOPIC variable shows whether an individual, within the first 5 years of study, develops myopia. </a:t>
            </a:r>
          </a:p>
          <a:p>
            <a:pPr marL="359410" indent="-359410"/>
            <a:r>
              <a:rPr lang="en-US">
                <a:solidFill>
                  <a:schemeClr val="tx1">
                    <a:lumMod val="95000"/>
                    <a:lumOff val="5000"/>
                  </a:schemeClr>
                </a:solidFill>
                <a:latin typeface="Avenir Next LT Pro"/>
                <a:cs typeface="Arial"/>
              </a:rPr>
              <a:t>Myopia is defined as a SPHEQ (Spherical equivalent refraction) less than or equal to (–0.75D) .</a:t>
            </a:r>
            <a:endParaRPr lang="en-US">
              <a:solidFill>
                <a:schemeClr val="tx1">
                  <a:lumMod val="95000"/>
                  <a:lumOff val="5000"/>
                </a:schemeClr>
              </a:solidFill>
              <a:latin typeface="Avenir Next LT Pro"/>
              <a:cs typeface="Times New Roman"/>
            </a:endParaRPr>
          </a:p>
          <a:p>
            <a:pPr marL="359410" indent="-359410"/>
            <a:endParaRPr lang="en-US">
              <a:solidFill>
                <a:schemeClr val="tx1">
                  <a:lumMod val="95000"/>
                  <a:lumOff val="5000"/>
                </a:schemeClr>
              </a:solidFill>
              <a:latin typeface="Avenir Next LT Pro"/>
              <a:cs typeface="Arial"/>
            </a:endParaRPr>
          </a:p>
          <a:p>
            <a:pPr marL="359410" indent="-359410"/>
            <a:endParaRPr lang="en-US">
              <a:solidFill>
                <a:srgbClr val="000000">
                  <a:alpha val="60000"/>
                </a:srgbClr>
              </a:solidFill>
              <a:latin typeface="Avenir Next LT Pro"/>
              <a:cs typeface="Arial"/>
            </a:endParaRPr>
          </a:p>
          <a:p>
            <a:pPr marL="359410" indent="-359410"/>
            <a:endParaRPr lang="en-US">
              <a:solidFill>
                <a:srgbClr val="000000">
                  <a:alpha val="60000"/>
                </a:srgbClr>
              </a:solidFill>
              <a:latin typeface="Avenir Next LT Pro"/>
              <a:cs typeface="Arial"/>
            </a:endParaRPr>
          </a:p>
          <a:p>
            <a:pPr marL="359410" indent="-359410"/>
            <a:r>
              <a:rPr lang="en-US" b="1">
                <a:solidFill>
                  <a:schemeClr val="tx1">
                    <a:lumMod val="95000"/>
                    <a:lumOff val="5000"/>
                  </a:schemeClr>
                </a:solidFill>
                <a:latin typeface="Avenir Next LT Pro"/>
                <a:cs typeface="Arial"/>
              </a:rPr>
              <a:t>0=No the individual is not Myopic</a:t>
            </a:r>
          </a:p>
          <a:p>
            <a:pPr marL="359410" indent="-359410"/>
            <a:r>
              <a:rPr lang="en-US" b="1">
                <a:solidFill>
                  <a:schemeClr val="tx1">
                    <a:lumMod val="95000"/>
                    <a:lumOff val="5000"/>
                  </a:schemeClr>
                </a:solidFill>
                <a:latin typeface="Avenir Next LT Pro"/>
                <a:cs typeface="Arial"/>
              </a:rPr>
              <a:t>1=Yes the individual is Myopic</a:t>
            </a:r>
          </a:p>
          <a:p>
            <a:pPr marL="359410" indent="-359410"/>
            <a:endParaRPr lang="en-US">
              <a:solidFill>
                <a:srgbClr val="000000">
                  <a:alpha val="60000"/>
                </a:srgbClr>
              </a:solidFill>
              <a:latin typeface="Avenir Next LT Pro"/>
              <a:cs typeface="Arial"/>
            </a:endParaRPr>
          </a:p>
          <a:p>
            <a:pPr marL="359410" indent="-359410"/>
            <a:endParaRPr lang="en-US">
              <a:solidFill>
                <a:srgbClr val="000000">
                  <a:alpha val="60000"/>
                </a:srgbClr>
              </a:solidFill>
              <a:latin typeface="Avenir Next LT Pro"/>
              <a:cs typeface="Arial"/>
            </a:endParaRPr>
          </a:p>
        </p:txBody>
      </p:sp>
      <p:pic>
        <p:nvPicPr>
          <p:cNvPr id="4" name="Picture 3" descr="A screenshot of a graph&#10;&#10;Description automatically generated">
            <a:extLst>
              <a:ext uri="{FF2B5EF4-FFF2-40B4-BE49-F238E27FC236}">
                <a16:creationId xmlns:a16="http://schemas.microsoft.com/office/drawing/2014/main" id="{E184D3D6-265A-FE78-E806-DE7DD2F2FF73}"/>
              </a:ext>
            </a:extLst>
          </p:cNvPr>
          <p:cNvPicPr>
            <a:picLocks noChangeAspect="1"/>
          </p:cNvPicPr>
          <p:nvPr/>
        </p:nvPicPr>
        <p:blipFill>
          <a:blip r:embed="rId2"/>
          <a:stretch>
            <a:fillRect/>
          </a:stretch>
        </p:blipFill>
        <p:spPr>
          <a:xfrm>
            <a:off x="870145" y="3430302"/>
            <a:ext cx="5857576" cy="1597670"/>
          </a:xfrm>
          <a:prstGeom prst="rect">
            <a:avLst/>
          </a:prstGeom>
        </p:spPr>
      </p:pic>
      <p:pic>
        <p:nvPicPr>
          <p:cNvPr id="5" name="Picture 4" descr="Project Myopia - LAHP">
            <a:extLst>
              <a:ext uri="{FF2B5EF4-FFF2-40B4-BE49-F238E27FC236}">
                <a16:creationId xmlns:a16="http://schemas.microsoft.com/office/drawing/2014/main" id="{ACBD341F-AB08-DA1A-C0E5-C099238E2D92}"/>
              </a:ext>
            </a:extLst>
          </p:cNvPr>
          <p:cNvPicPr>
            <a:picLocks noChangeAspect="1"/>
          </p:cNvPicPr>
          <p:nvPr/>
        </p:nvPicPr>
        <p:blipFill>
          <a:blip r:embed="rId3"/>
          <a:stretch>
            <a:fillRect/>
          </a:stretch>
        </p:blipFill>
        <p:spPr>
          <a:xfrm>
            <a:off x="8444358" y="4528516"/>
            <a:ext cx="2743199" cy="1545115"/>
          </a:xfrm>
          <a:prstGeom prst="rect">
            <a:avLst/>
          </a:prstGeom>
        </p:spPr>
      </p:pic>
    </p:spTree>
    <p:extLst>
      <p:ext uri="{BB962C8B-B14F-4D97-AF65-F5344CB8AC3E}">
        <p14:creationId xmlns:p14="http://schemas.microsoft.com/office/powerpoint/2010/main" val="2093926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8F185-5F73-F34E-EC1D-521A5C886937}"/>
              </a:ext>
            </a:extLst>
          </p:cNvPr>
          <p:cNvSpPr>
            <a:spLocks noGrp="1"/>
          </p:cNvSpPr>
          <p:nvPr>
            <p:ph type="title"/>
          </p:nvPr>
        </p:nvSpPr>
        <p:spPr>
          <a:xfrm>
            <a:off x="807430" y="179199"/>
            <a:ext cx="10213200" cy="1112836"/>
          </a:xfrm>
        </p:spPr>
        <p:txBody>
          <a:bodyPr/>
          <a:lstStyle/>
          <a:p>
            <a:r>
              <a:rPr lang="en-US"/>
              <a:t>Variable: AGE</a:t>
            </a:r>
          </a:p>
        </p:txBody>
      </p:sp>
      <p:sp>
        <p:nvSpPr>
          <p:cNvPr id="3" name="Content Placeholder 2">
            <a:extLst>
              <a:ext uri="{FF2B5EF4-FFF2-40B4-BE49-F238E27FC236}">
                <a16:creationId xmlns:a16="http://schemas.microsoft.com/office/drawing/2014/main" id="{CCC4D6B6-8E38-976B-0A03-5B1CED408923}"/>
              </a:ext>
            </a:extLst>
          </p:cNvPr>
          <p:cNvSpPr>
            <a:spLocks noGrp="1"/>
          </p:cNvSpPr>
          <p:nvPr>
            <p:ph idx="1"/>
          </p:nvPr>
        </p:nvSpPr>
        <p:spPr>
          <a:xfrm>
            <a:off x="739191" y="1412970"/>
            <a:ext cx="10213200" cy="4040191"/>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AGE variable describes the age of the subject in years at the time of their first visit.</a:t>
            </a:r>
          </a:p>
        </p:txBody>
      </p:sp>
      <p:pic>
        <p:nvPicPr>
          <p:cNvPr id="4" name="Picture 3" descr="A screenshot of a graph&#10;&#10;Description automatically generated">
            <a:extLst>
              <a:ext uri="{FF2B5EF4-FFF2-40B4-BE49-F238E27FC236}">
                <a16:creationId xmlns:a16="http://schemas.microsoft.com/office/drawing/2014/main" id="{D56F2774-F392-C7E5-0726-B57ECBF70ECD}"/>
              </a:ext>
            </a:extLst>
          </p:cNvPr>
          <p:cNvPicPr>
            <a:picLocks noChangeAspect="1"/>
          </p:cNvPicPr>
          <p:nvPr/>
        </p:nvPicPr>
        <p:blipFill>
          <a:blip r:embed="rId2"/>
          <a:stretch>
            <a:fillRect/>
          </a:stretch>
        </p:blipFill>
        <p:spPr>
          <a:xfrm>
            <a:off x="6426059" y="3427741"/>
            <a:ext cx="4981057" cy="2431895"/>
          </a:xfrm>
          <a:prstGeom prst="rect">
            <a:avLst/>
          </a:prstGeom>
        </p:spPr>
      </p:pic>
      <p:pic>
        <p:nvPicPr>
          <p:cNvPr id="6" name="Picture 5">
            <a:extLst>
              <a:ext uri="{FF2B5EF4-FFF2-40B4-BE49-F238E27FC236}">
                <a16:creationId xmlns:a16="http://schemas.microsoft.com/office/drawing/2014/main" id="{0E75B015-25DD-BDF5-C9F2-676967632F88}"/>
              </a:ext>
            </a:extLst>
          </p:cNvPr>
          <p:cNvPicPr>
            <a:picLocks noChangeAspect="1"/>
          </p:cNvPicPr>
          <p:nvPr/>
        </p:nvPicPr>
        <p:blipFill>
          <a:blip r:embed="rId3"/>
          <a:stretch>
            <a:fillRect/>
          </a:stretch>
        </p:blipFill>
        <p:spPr>
          <a:xfrm>
            <a:off x="598134" y="3902301"/>
            <a:ext cx="4784358" cy="297131"/>
          </a:xfrm>
          <a:prstGeom prst="rect">
            <a:avLst/>
          </a:prstGeom>
        </p:spPr>
      </p:pic>
      <p:pic>
        <p:nvPicPr>
          <p:cNvPr id="7" name="Picture 6">
            <a:extLst>
              <a:ext uri="{FF2B5EF4-FFF2-40B4-BE49-F238E27FC236}">
                <a16:creationId xmlns:a16="http://schemas.microsoft.com/office/drawing/2014/main" id="{6B20DED0-04FE-0BE0-D477-44CD4F8615CD}"/>
              </a:ext>
            </a:extLst>
          </p:cNvPr>
          <p:cNvPicPr>
            <a:picLocks noChangeAspect="1"/>
          </p:cNvPicPr>
          <p:nvPr/>
        </p:nvPicPr>
        <p:blipFill>
          <a:blip r:embed="rId4"/>
          <a:stretch>
            <a:fillRect/>
          </a:stretch>
        </p:blipFill>
        <p:spPr>
          <a:xfrm>
            <a:off x="551928" y="4355152"/>
            <a:ext cx="4883523" cy="167391"/>
          </a:xfrm>
          <a:prstGeom prst="rect">
            <a:avLst/>
          </a:prstGeom>
        </p:spPr>
      </p:pic>
    </p:spTree>
    <p:extLst>
      <p:ext uri="{BB962C8B-B14F-4D97-AF65-F5344CB8AC3E}">
        <p14:creationId xmlns:p14="http://schemas.microsoft.com/office/powerpoint/2010/main" val="4140244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CAA-239F-7774-2323-C64A165BE59A}"/>
              </a:ext>
            </a:extLst>
          </p:cNvPr>
          <p:cNvSpPr>
            <a:spLocks noGrp="1"/>
          </p:cNvSpPr>
          <p:nvPr>
            <p:ph type="title"/>
          </p:nvPr>
        </p:nvSpPr>
        <p:spPr>
          <a:xfrm>
            <a:off x="989400" y="88214"/>
            <a:ext cx="10213200" cy="1112836"/>
          </a:xfrm>
        </p:spPr>
        <p:txBody>
          <a:bodyPr/>
          <a:lstStyle/>
          <a:p>
            <a:r>
              <a:rPr lang="en-US"/>
              <a:t>Variable: GENDER</a:t>
            </a:r>
          </a:p>
        </p:txBody>
      </p:sp>
      <p:sp>
        <p:nvSpPr>
          <p:cNvPr id="3" name="Content Placeholder 2">
            <a:extLst>
              <a:ext uri="{FF2B5EF4-FFF2-40B4-BE49-F238E27FC236}">
                <a16:creationId xmlns:a16="http://schemas.microsoft.com/office/drawing/2014/main" id="{199E3704-7A58-C37A-119A-9FB15CCB6A42}"/>
              </a:ext>
            </a:extLst>
          </p:cNvPr>
          <p:cNvSpPr>
            <a:spLocks noGrp="1"/>
          </p:cNvSpPr>
          <p:nvPr>
            <p:ph idx="1"/>
          </p:nvPr>
        </p:nvSpPr>
        <p:spPr>
          <a:xfrm>
            <a:off x="989400" y="1276492"/>
            <a:ext cx="10213200" cy="4040191"/>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Describes the Gender of the subject.</a:t>
            </a:r>
          </a:p>
          <a:p>
            <a:pPr marL="359410" indent="-359410"/>
            <a:r>
              <a:rPr lang="en-US">
                <a:solidFill>
                  <a:schemeClr val="tx1">
                    <a:lumMod val="95000"/>
                    <a:lumOff val="5000"/>
                  </a:schemeClr>
                </a:solidFill>
                <a:latin typeface="Avenir Next LT Pro"/>
                <a:cs typeface="Times New Roman"/>
              </a:rPr>
              <a:t>0=Male</a:t>
            </a:r>
          </a:p>
          <a:p>
            <a:pPr marL="359410" indent="-359410"/>
            <a:r>
              <a:rPr lang="en-US">
                <a:solidFill>
                  <a:schemeClr val="tx1">
                    <a:lumMod val="95000"/>
                    <a:lumOff val="5000"/>
                  </a:schemeClr>
                </a:solidFill>
                <a:latin typeface="Avenir Next LT Pro"/>
                <a:cs typeface="Times New Roman"/>
              </a:rPr>
              <a:t>1=Female</a:t>
            </a:r>
          </a:p>
          <a:p>
            <a:pPr marL="359410" indent="-359410"/>
            <a:endParaRPr lang="en-US">
              <a:solidFill>
                <a:schemeClr val="tx1">
                  <a:lumMod val="95000"/>
                  <a:lumOff val="5000"/>
                </a:schemeClr>
              </a:solidFill>
              <a:latin typeface="Times New Roman"/>
              <a:cs typeface="Times New Roman"/>
            </a:endParaRPr>
          </a:p>
          <a:p>
            <a:pPr marL="359410" indent="-359410"/>
            <a:endParaRPr lang="en-US">
              <a:solidFill>
                <a:schemeClr val="tx1">
                  <a:lumMod val="95000"/>
                  <a:lumOff val="5000"/>
                </a:schemeClr>
              </a:solidFill>
              <a:latin typeface="Times New Roman"/>
              <a:cs typeface="Times New Roman"/>
            </a:endParaRPr>
          </a:p>
        </p:txBody>
      </p:sp>
      <p:pic>
        <p:nvPicPr>
          <p:cNvPr id="4" name="Picture 3" descr="A screenshot of a graph&#10;&#10;Description automatically generated">
            <a:extLst>
              <a:ext uri="{FF2B5EF4-FFF2-40B4-BE49-F238E27FC236}">
                <a16:creationId xmlns:a16="http://schemas.microsoft.com/office/drawing/2014/main" id="{4D0F735E-9197-FF48-BD5E-1368D2F1879E}"/>
              </a:ext>
            </a:extLst>
          </p:cNvPr>
          <p:cNvPicPr>
            <a:picLocks noChangeAspect="1"/>
          </p:cNvPicPr>
          <p:nvPr/>
        </p:nvPicPr>
        <p:blipFill>
          <a:blip r:embed="rId2"/>
          <a:stretch>
            <a:fillRect/>
          </a:stretch>
        </p:blipFill>
        <p:spPr>
          <a:xfrm>
            <a:off x="1287129" y="4258242"/>
            <a:ext cx="6884578" cy="1871760"/>
          </a:xfrm>
          <a:prstGeom prst="rect">
            <a:avLst/>
          </a:prstGeom>
        </p:spPr>
      </p:pic>
      <p:pic>
        <p:nvPicPr>
          <p:cNvPr id="6" name="Picture 5" descr="File:Gender equality symbol (clipart).png - Wikimedia Commons">
            <a:extLst>
              <a:ext uri="{FF2B5EF4-FFF2-40B4-BE49-F238E27FC236}">
                <a16:creationId xmlns:a16="http://schemas.microsoft.com/office/drawing/2014/main" id="{F8F707ED-D53B-012C-87A2-54631CBEDC2A}"/>
              </a:ext>
            </a:extLst>
          </p:cNvPr>
          <p:cNvPicPr>
            <a:picLocks noChangeAspect="1"/>
          </p:cNvPicPr>
          <p:nvPr/>
        </p:nvPicPr>
        <p:blipFill>
          <a:blip r:embed="rId3"/>
          <a:stretch>
            <a:fillRect/>
          </a:stretch>
        </p:blipFill>
        <p:spPr>
          <a:xfrm>
            <a:off x="8590844" y="3159027"/>
            <a:ext cx="2743200" cy="3286909"/>
          </a:xfrm>
          <a:prstGeom prst="rect">
            <a:avLst/>
          </a:prstGeom>
        </p:spPr>
      </p:pic>
    </p:spTree>
    <p:extLst>
      <p:ext uri="{BB962C8B-B14F-4D97-AF65-F5344CB8AC3E}">
        <p14:creationId xmlns:p14="http://schemas.microsoft.com/office/powerpoint/2010/main" val="360043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6213-B3C4-E94E-D81A-920EA082E669}"/>
              </a:ext>
            </a:extLst>
          </p:cNvPr>
          <p:cNvSpPr>
            <a:spLocks noGrp="1"/>
          </p:cNvSpPr>
          <p:nvPr>
            <p:ph type="title"/>
          </p:nvPr>
        </p:nvSpPr>
        <p:spPr>
          <a:xfrm>
            <a:off x="852922" y="110961"/>
            <a:ext cx="10213200" cy="1112836"/>
          </a:xfrm>
        </p:spPr>
        <p:txBody>
          <a:bodyPr/>
          <a:lstStyle/>
          <a:p>
            <a:r>
              <a:rPr lang="en-US"/>
              <a:t>Variable: SPHEQ </a:t>
            </a:r>
          </a:p>
        </p:txBody>
      </p:sp>
      <p:sp>
        <p:nvSpPr>
          <p:cNvPr id="3" name="Content Placeholder 2">
            <a:extLst>
              <a:ext uri="{FF2B5EF4-FFF2-40B4-BE49-F238E27FC236}">
                <a16:creationId xmlns:a16="http://schemas.microsoft.com/office/drawing/2014/main" id="{01AC383E-046E-34B6-716C-A5118D388C0F}"/>
              </a:ext>
            </a:extLst>
          </p:cNvPr>
          <p:cNvSpPr>
            <a:spLocks noGrp="1"/>
          </p:cNvSpPr>
          <p:nvPr>
            <p:ph idx="1"/>
          </p:nvPr>
        </p:nvSpPr>
        <p:spPr>
          <a:xfrm>
            <a:off x="921161" y="1310612"/>
            <a:ext cx="10213200" cy="4040191"/>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SPHEQ variable describes the spherical equivalent refraction. </a:t>
            </a:r>
          </a:p>
          <a:p>
            <a:pPr marL="359410" indent="-359410"/>
            <a:r>
              <a:rPr lang="en-US">
                <a:solidFill>
                  <a:schemeClr val="tx1">
                    <a:lumMod val="95000"/>
                    <a:lumOff val="5000"/>
                  </a:schemeClr>
                </a:solidFill>
                <a:latin typeface="Avenir Next LT Pro"/>
                <a:cs typeface="Times New Roman"/>
              </a:rPr>
              <a:t>The spherical equivalent refraction is a measure of the eye's effective focusing power. Eyes that are considered "normal"(no glasses required) have spherical equivalents between –0.25 diopter(D) and +1.00 D. </a:t>
            </a:r>
          </a:p>
          <a:p>
            <a:pPr marL="359410" indent="-359410"/>
            <a:r>
              <a:rPr lang="en-US">
                <a:solidFill>
                  <a:schemeClr val="tx1">
                    <a:lumMod val="95000"/>
                    <a:lumOff val="5000"/>
                  </a:schemeClr>
                </a:solidFill>
                <a:latin typeface="Avenir Next LT Pro"/>
                <a:cs typeface="Times New Roman"/>
              </a:rPr>
              <a:t>The more negative a spherical equivalent is, the more myopic the subject is.</a:t>
            </a:r>
          </a:p>
        </p:txBody>
      </p:sp>
      <p:pic>
        <p:nvPicPr>
          <p:cNvPr id="5" name="Picture 4">
            <a:extLst>
              <a:ext uri="{FF2B5EF4-FFF2-40B4-BE49-F238E27FC236}">
                <a16:creationId xmlns:a16="http://schemas.microsoft.com/office/drawing/2014/main" id="{94C52EE8-4607-7BE1-1FF2-8AEA3035F80B}"/>
              </a:ext>
            </a:extLst>
          </p:cNvPr>
          <p:cNvPicPr>
            <a:picLocks noChangeAspect="1"/>
          </p:cNvPicPr>
          <p:nvPr/>
        </p:nvPicPr>
        <p:blipFill>
          <a:blip r:embed="rId2"/>
          <a:stretch>
            <a:fillRect/>
          </a:stretch>
        </p:blipFill>
        <p:spPr>
          <a:xfrm>
            <a:off x="1265565" y="4425453"/>
            <a:ext cx="4549035" cy="285926"/>
          </a:xfrm>
          <a:prstGeom prst="rect">
            <a:avLst/>
          </a:prstGeom>
        </p:spPr>
      </p:pic>
      <p:pic>
        <p:nvPicPr>
          <p:cNvPr id="6" name="Picture 5">
            <a:extLst>
              <a:ext uri="{FF2B5EF4-FFF2-40B4-BE49-F238E27FC236}">
                <a16:creationId xmlns:a16="http://schemas.microsoft.com/office/drawing/2014/main" id="{DB88C315-9465-A7A8-C526-C30D86FE8E15}"/>
              </a:ext>
            </a:extLst>
          </p:cNvPr>
          <p:cNvPicPr>
            <a:picLocks noChangeAspect="1"/>
          </p:cNvPicPr>
          <p:nvPr/>
        </p:nvPicPr>
        <p:blipFill>
          <a:blip r:embed="rId3"/>
          <a:stretch>
            <a:fillRect/>
          </a:stretch>
        </p:blipFill>
        <p:spPr>
          <a:xfrm>
            <a:off x="1306606" y="4883291"/>
            <a:ext cx="4457700" cy="150622"/>
          </a:xfrm>
          <a:prstGeom prst="rect">
            <a:avLst/>
          </a:prstGeom>
        </p:spPr>
      </p:pic>
      <p:pic>
        <p:nvPicPr>
          <p:cNvPr id="7" name="Picture 6" descr="A white rectangular object with blue circles&#10;&#10;Description automatically generated">
            <a:extLst>
              <a:ext uri="{FF2B5EF4-FFF2-40B4-BE49-F238E27FC236}">
                <a16:creationId xmlns:a16="http://schemas.microsoft.com/office/drawing/2014/main" id="{81114EAA-F3E3-C870-E1C3-6FE49FD1AC73}"/>
              </a:ext>
            </a:extLst>
          </p:cNvPr>
          <p:cNvPicPr>
            <a:picLocks noChangeAspect="1"/>
          </p:cNvPicPr>
          <p:nvPr/>
        </p:nvPicPr>
        <p:blipFill>
          <a:blip r:embed="rId4"/>
          <a:stretch>
            <a:fillRect/>
          </a:stretch>
        </p:blipFill>
        <p:spPr>
          <a:xfrm>
            <a:off x="6539753" y="3934166"/>
            <a:ext cx="3800696" cy="2875193"/>
          </a:xfrm>
          <a:prstGeom prst="rect">
            <a:avLst/>
          </a:prstGeom>
        </p:spPr>
      </p:pic>
    </p:spTree>
    <p:extLst>
      <p:ext uri="{BB962C8B-B14F-4D97-AF65-F5344CB8AC3E}">
        <p14:creationId xmlns:p14="http://schemas.microsoft.com/office/powerpoint/2010/main" val="3137054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AEE61-5E0A-92DF-96A1-14F727741A5F}"/>
              </a:ext>
            </a:extLst>
          </p:cNvPr>
          <p:cNvSpPr>
            <a:spLocks noGrp="1"/>
          </p:cNvSpPr>
          <p:nvPr>
            <p:ph type="title"/>
          </p:nvPr>
        </p:nvSpPr>
        <p:spPr>
          <a:xfrm>
            <a:off x="898415" y="122334"/>
            <a:ext cx="10213200" cy="1112836"/>
          </a:xfrm>
        </p:spPr>
        <p:txBody>
          <a:bodyPr/>
          <a:lstStyle/>
          <a:p>
            <a:r>
              <a:rPr lang="en-US"/>
              <a:t>Variable: AL</a:t>
            </a:r>
          </a:p>
        </p:txBody>
      </p:sp>
      <p:sp>
        <p:nvSpPr>
          <p:cNvPr id="3" name="Content Placeholder 2">
            <a:extLst>
              <a:ext uri="{FF2B5EF4-FFF2-40B4-BE49-F238E27FC236}">
                <a16:creationId xmlns:a16="http://schemas.microsoft.com/office/drawing/2014/main" id="{D2C67035-7398-CA02-621D-EEFA95C210AE}"/>
              </a:ext>
            </a:extLst>
          </p:cNvPr>
          <p:cNvSpPr>
            <a:spLocks noGrp="1"/>
          </p:cNvSpPr>
          <p:nvPr>
            <p:ph idx="1"/>
          </p:nvPr>
        </p:nvSpPr>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AL variable describes the Axial Length, which is the length of the eye from front to back  </a:t>
            </a:r>
          </a:p>
          <a:p>
            <a:pPr marL="359410" indent="-359410"/>
            <a:r>
              <a:rPr lang="en-US">
                <a:solidFill>
                  <a:schemeClr val="tx1">
                    <a:lumMod val="95000"/>
                    <a:lumOff val="5000"/>
                  </a:schemeClr>
                </a:solidFill>
                <a:latin typeface="Avenir Next LT Pro"/>
                <a:cs typeface="Times New Roman"/>
              </a:rPr>
              <a:t>measured in mm.</a:t>
            </a:r>
          </a:p>
        </p:txBody>
      </p:sp>
      <p:pic>
        <p:nvPicPr>
          <p:cNvPr id="5" name="Picture 4">
            <a:extLst>
              <a:ext uri="{FF2B5EF4-FFF2-40B4-BE49-F238E27FC236}">
                <a16:creationId xmlns:a16="http://schemas.microsoft.com/office/drawing/2014/main" id="{A32656CE-5E48-BC35-5CDC-3137FBBA768C}"/>
              </a:ext>
            </a:extLst>
          </p:cNvPr>
          <p:cNvPicPr>
            <a:picLocks noChangeAspect="1"/>
          </p:cNvPicPr>
          <p:nvPr/>
        </p:nvPicPr>
        <p:blipFill>
          <a:blip r:embed="rId2"/>
          <a:stretch>
            <a:fillRect/>
          </a:stretch>
        </p:blipFill>
        <p:spPr>
          <a:xfrm>
            <a:off x="1140461" y="3424617"/>
            <a:ext cx="4549035" cy="285926"/>
          </a:xfrm>
          <a:prstGeom prst="rect">
            <a:avLst/>
          </a:prstGeom>
        </p:spPr>
      </p:pic>
      <p:pic>
        <p:nvPicPr>
          <p:cNvPr id="6" name="Picture 5">
            <a:extLst>
              <a:ext uri="{FF2B5EF4-FFF2-40B4-BE49-F238E27FC236}">
                <a16:creationId xmlns:a16="http://schemas.microsoft.com/office/drawing/2014/main" id="{CB73A9C3-1132-E28D-C2D1-4E67A308F791}"/>
              </a:ext>
            </a:extLst>
          </p:cNvPr>
          <p:cNvPicPr>
            <a:picLocks noChangeAspect="1"/>
          </p:cNvPicPr>
          <p:nvPr/>
        </p:nvPicPr>
        <p:blipFill>
          <a:blip r:embed="rId3"/>
          <a:stretch>
            <a:fillRect/>
          </a:stretch>
        </p:blipFill>
        <p:spPr>
          <a:xfrm>
            <a:off x="1136009" y="3763312"/>
            <a:ext cx="4793876" cy="194729"/>
          </a:xfrm>
          <a:prstGeom prst="rect">
            <a:avLst/>
          </a:prstGeom>
        </p:spPr>
      </p:pic>
      <p:pic>
        <p:nvPicPr>
          <p:cNvPr id="7" name="Picture 6" descr="A white rectangular object with blue circles and numbers&#10;&#10;Description automatically generated">
            <a:extLst>
              <a:ext uri="{FF2B5EF4-FFF2-40B4-BE49-F238E27FC236}">
                <a16:creationId xmlns:a16="http://schemas.microsoft.com/office/drawing/2014/main" id="{35571A84-0F18-29C3-2588-3E1664CE304B}"/>
              </a:ext>
            </a:extLst>
          </p:cNvPr>
          <p:cNvPicPr>
            <a:picLocks noChangeAspect="1"/>
          </p:cNvPicPr>
          <p:nvPr/>
        </p:nvPicPr>
        <p:blipFill>
          <a:blip r:embed="rId4"/>
          <a:stretch>
            <a:fillRect/>
          </a:stretch>
        </p:blipFill>
        <p:spPr>
          <a:xfrm>
            <a:off x="6597120" y="2483673"/>
            <a:ext cx="4603376" cy="3452288"/>
          </a:xfrm>
          <a:prstGeom prst="rect">
            <a:avLst/>
          </a:prstGeom>
        </p:spPr>
      </p:pic>
      <p:pic>
        <p:nvPicPr>
          <p:cNvPr id="4" name="Picture 3" descr="Why Would An Optometrist Measure The Axial Length Of The Eye?">
            <a:extLst>
              <a:ext uri="{FF2B5EF4-FFF2-40B4-BE49-F238E27FC236}">
                <a16:creationId xmlns:a16="http://schemas.microsoft.com/office/drawing/2014/main" id="{9DB92E5E-5A96-F731-CFFE-F3052050A069}"/>
              </a:ext>
            </a:extLst>
          </p:cNvPr>
          <p:cNvPicPr>
            <a:picLocks noChangeAspect="1"/>
          </p:cNvPicPr>
          <p:nvPr/>
        </p:nvPicPr>
        <p:blipFill>
          <a:blip r:embed="rId5"/>
          <a:stretch>
            <a:fillRect/>
          </a:stretch>
        </p:blipFill>
        <p:spPr>
          <a:xfrm>
            <a:off x="950686" y="4400050"/>
            <a:ext cx="2743199" cy="1831613"/>
          </a:xfrm>
          <a:prstGeom prst="rect">
            <a:avLst/>
          </a:prstGeom>
        </p:spPr>
      </p:pic>
    </p:spTree>
    <p:extLst>
      <p:ext uri="{BB962C8B-B14F-4D97-AF65-F5344CB8AC3E}">
        <p14:creationId xmlns:p14="http://schemas.microsoft.com/office/powerpoint/2010/main" val="3431002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28116-624F-B3D5-A46B-7563DD5D14CC}"/>
              </a:ext>
            </a:extLst>
          </p:cNvPr>
          <p:cNvSpPr>
            <a:spLocks noGrp="1"/>
          </p:cNvSpPr>
          <p:nvPr>
            <p:ph type="title"/>
          </p:nvPr>
        </p:nvSpPr>
        <p:spPr/>
        <p:txBody>
          <a:bodyPr/>
          <a:lstStyle/>
          <a:p>
            <a:r>
              <a:rPr lang="en-US"/>
              <a:t>Variable: ACD</a:t>
            </a:r>
          </a:p>
        </p:txBody>
      </p:sp>
      <p:pic>
        <p:nvPicPr>
          <p:cNvPr id="6" name="Content Placeholder 5">
            <a:extLst>
              <a:ext uri="{FF2B5EF4-FFF2-40B4-BE49-F238E27FC236}">
                <a16:creationId xmlns:a16="http://schemas.microsoft.com/office/drawing/2014/main" id="{74C52A8B-5C4F-3523-8451-223038E6AA0E}"/>
              </a:ext>
            </a:extLst>
          </p:cNvPr>
          <p:cNvPicPr>
            <a:picLocks noGrp="1" noChangeAspect="1"/>
          </p:cNvPicPr>
          <p:nvPr>
            <p:ph idx="1"/>
          </p:nvPr>
        </p:nvPicPr>
        <p:blipFill>
          <a:blip r:embed="rId2"/>
          <a:stretch>
            <a:fillRect/>
          </a:stretch>
        </p:blipFill>
        <p:spPr>
          <a:xfrm>
            <a:off x="1136289" y="3424189"/>
            <a:ext cx="4714875" cy="161925"/>
          </a:xfrm>
        </p:spPr>
      </p:pic>
      <p:pic>
        <p:nvPicPr>
          <p:cNvPr id="5" name="Picture 4">
            <a:extLst>
              <a:ext uri="{FF2B5EF4-FFF2-40B4-BE49-F238E27FC236}">
                <a16:creationId xmlns:a16="http://schemas.microsoft.com/office/drawing/2014/main" id="{8CB896A9-5AA3-40B5-C1DA-A35AA740FB65}"/>
              </a:ext>
            </a:extLst>
          </p:cNvPr>
          <p:cNvPicPr>
            <a:picLocks noChangeAspect="1"/>
          </p:cNvPicPr>
          <p:nvPr/>
        </p:nvPicPr>
        <p:blipFill>
          <a:blip r:embed="rId3"/>
          <a:stretch>
            <a:fillRect/>
          </a:stretch>
        </p:blipFill>
        <p:spPr>
          <a:xfrm>
            <a:off x="1140461" y="2981065"/>
            <a:ext cx="4549035" cy="285926"/>
          </a:xfrm>
          <a:prstGeom prst="rect">
            <a:avLst/>
          </a:prstGeom>
        </p:spPr>
      </p:pic>
      <p:pic>
        <p:nvPicPr>
          <p:cNvPr id="7" name="Picture 6">
            <a:extLst>
              <a:ext uri="{FF2B5EF4-FFF2-40B4-BE49-F238E27FC236}">
                <a16:creationId xmlns:a16="http://schemas.microsoft.com/office/drawing/2014/main" id="{B8DB4C60-CCDF-1228-93DE-2F481F33411D}"/>
              </a:ext>
            </a:extLst>
          </p:cNvPr>
          <p:cNvPicPr>
            <a:picLocks noChangeAspect="1"/>
          </p:cNvPicPr>
          <p:nvPr/>
        </p:nvPicPr>
        <p:blipFill>
          <a:blip r:embed="rId4"/>
          <a:stretch>
            <a:fillRect/>
          </a:stretch>
        </p:blipFill>
        <p:spPr>
          <a:xfrm>
            <a:off x="6872250" y="2687597"/>
            <a:ext cx="5062817" cy="3819649"/>
          </a:xfrm>
          <a:prstGeom prst="rect">
            <a:avLst/>
          </a:prstGeom>
        </p:spPr>
      </p:pic>
      <p:sp>
        <p:nvSpPr>
          <p:cNvPr id="3" name="TextBox 2">
            <a:extLst>
              <a:ext uri="{FF2B5EF4-FFF2-40B4-BE49-F238E27FC236}">
                <a16:creationId xmlns:a16="http://schemas.microsoft.com/office/drawing/2014/main" id="{339B1104-36F7-D6F4-76D0-E45B5F75583B}"/>
              </a:ext>
            </a:extLst>
          </p:cNvPr>
          <p:cNvSpPr txBox="1"/>
          <p:nvPr/>
        </p:nvSpPr>
        <p:spPr>
          <a:xfrm>
            <a:off x="983776" y="1654791"/>
            <a:ext cx="9075761" cy="32624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1">
                    <a:lumMod val="95000"/>
                    <a:lumOff val="5000"/>
                  </a:schemeClr>
                </a:solidFill>
                <a:latin typeface="Avenir Next LT Pro"/>
                <a:cs typeface="Times New Roman"/>
              </a:rPr>
              <a:t>The ACD variable describes the Anterior chamber depth which is </a:t>
            </a:r>
            <a:r>
              <a:rPr lang="en-US" sz="2000">
                <a:solidFill>
                  <a:schemeClr val="tx1">
                    <a:lumMod val="95000"/>
                    <a:lumOff val="5000"/>
                  </a:schemeClr>
                </a:solidFill>
                <a:latin typeface="Avenir Next LT Pro"/>
                <a:ea typeface="+mn-lt"/>
                <a:cs typeface="+mn-lt"/>
              </a:rPr>
              <a:t>the length from front to back of the aqueous-containing space of the eye between the cornea and the iris</a:t>
            </a:r>
            <a:endParaRPr lang="en-US" sz="2000">
              <a:solidFill>
                <a:schemeClr val="tx1">
                  <a:lumMod val="95000"/>
                  <a:lumOff val="5000"/>
                </a:schemeClr>
              </a:solidFill>
              <a:latin typeface="Avenir Next LT Pro"/>
              <a:cs typeface="Times New Roman"/>
            </a:endParaRPr>
          </a:p>
          <a:p>
            <a:endParaRPr lang="en-US" sz="2000">
              <a:solidFill>
                <a:schemeClr val="tx1">
                  <a:lumMod val="95000"/>
                  <a:lumOff val="5000"/>
                </a:schemeClr>
              </a:solidFill>
              <a:latin typeface="Times New Roman"/>
              <a:cs typeface="Times New Roman"/>
            </a:endParaRPr>
          </a:p>
          <a:p>
            <a:endParaRPr lang="en-US"/>
          </a:p>
          <a:p>
            <a:endParaRPr lang="en-US"/>
          </a:p>
          <a:p>
            <a:endParaRPr lang="en-US"/>
          </a:p>
          <a:p>
            <a:endParaRPr lang="en-US"/>
          </a:p>
          <a:p>
            <a:endParaRPr lang="en-US"/>
          </a:p>
          <a:p>
            <a:endParaRPr lang="en-US"/>
          </a:p>
          <a:p>
            <a:endParaRPr lang="en-US"/>
          </a:p>
        </p:txBody>
      </p:sp>
      <p:pic>
        <p:nvPicPr>
          <p:cNvPr id="4" name="Picture 3" descr="A diagram of a blue circle with red hands&#10;&#10;Description automatically generated">
            <a:extLst>
              <a:ext uri="{FF2B5EF4-FFF2-40B4-BE49-F238E27FC236}">
                <a16:creationId xmlns:a16="http://schemas.microsoft.com/office/drawing/2014/main" id="{2125BBFD-6E05-ED26-C24F-751087335B35}"/>
              </a:ext>
            </a:extLst>
          </p:cNvPr>
          <p:cNvPicPr>
            <a:picLocks noChangeAspect="1"/>
          </p:cNvPicPr>
          <p:nvPr/>
        </p:nvPicPr>
        <p:blipFill>
          <a:blip r:embed="rId5"/>
          <a:stretch>
            <a:fillRect/>
          </a:stretch>
        </p:blipFill>
        <p:spPr>
          <a:xfrm>
            <a:off x="1433286" y="4308928"/>
            <a:ext cx="2195286" cy="2195286"/>
          </a:xfrm>
          <a:prstGeom prst="rect">
            <a:avLst/>
          </a:prstGeom>
        </p:spPr>
      </p:pic>
      <p:pic>
        <p:nvPicPr>
          <p:cNvPr id="9" name="Picture 8" descr="9. Anterior Chamber and Aqueous and Vitreous Humor Flashcards | Quizlet">
            <a:extLst>
              <a:ext uri="{FF2B5EF4-FFF2-40B4-BE49-F238E27FC236}">
                <a16:creationId xmlns:a16="http://schemas.microsoft.com/office/drawing/2014/main" id="{D28F17EB-F29C-6F0E-C29D-D6B925B8F8CB}"/>
              </a:ext>
            </a:extLst>
          </p:cNvPr>
          <p:cNvPicPr>
            <a:picLocks noChangeAspect="1"/>
          </p:cNvPicPr>
          <p:nvPr/>
        </p:nvPicPr>
        <p:blipFill>
          <a:blip r:embed="rId6"/>
          <a:stretch>
            <a:fillRect/>
          </a:stretch>
        </p:blipFill>
        <p:spPr>
          <a:xfrm>
            <a:off x="651329" y="3888072"/>
            <a:ext cx="4738913" cy="2728569"/>
          </a:xfrm>
          <a:prstGeom prst="rect">
            <a:avLst/>
          </a:prstGeom>
        </p:spPr>
      </p:pic>
    </p:spTree>
    <p:extLst>
      <p:ext uri="{BB962C8B-B14F-4D97-AF65-F5344CB8AC3E}">
        <p14:creationId xmlns:p14="http://schemas.microsoft.com/office/powerpoint/2010/main" val="661848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E8B5F-8EDD-F930-A130-9B18ECA924F2}"/>
              </a:ext>
            </a:extLst>
          </p:cNvPr>
          <p:cNvSpPr>
            <a:spLocks noGrp="1"/>
          </p:cNvSpPr>
          <p:nvPr>
            <p:ph type="title"/>
          </p:nvPr>
        </p:nvSpPr>
        <p:spPr>
          <a:xfrm>
            <a:off x="852922" y="65469"/>
            <a:ext cx="10213200" cy="1044597"/>
          </a:xfrm>
        </p:spPr>
        <p:txBody>
          <a:bodyPr/>
          <a:lstStyle/>
          <a:p>
            <a:r>
              <a:rPr lang="en-US"/>
              <a:t>Variable: LT</a:t>
            </a:r>
          </a:p>
        </p:txBody>
      </p:sp>
      <p:pic>
        <p:nvPicPr>
          <p:cNvPr id="6" name="Content Placeholder 5">
            <a:extLst>
              <a:ext uri="{FF2B5EF4-FFF2-40B4-BE49-F238E27FC236}">
                <a16:creationId xmlns:a16="http://schemas.microsoft.com/office/drawing/2014/main" id="{CBAA5FEA-D3F7-0E9A-3735-EDE354BFBD46}"/>
              </a:ext>
            </a:extLst>
          </p:cNvPr>
          <p:cNvPicPr>
            <a:picLocks noGrp="1" noChangeAspect="1"/>
          </p:cNvPicPr>
          <p:nvPr>
            <p:ph sz="half" idx="1"/>
          </p:nvPr>
        </p:nvPicPr>
        <p:blipFill>
          <a:blip r:embed="rId2"/>
          <a:stretch>
            <a:fillRect/>
          </a:stretch>
        </p:blipFill>
        <p:spPr>
          <a:xfrm>
            <a:off x="967819" y="3334637"/>
            <a:ext cx="4744112" cy="181000"/>
          </a:xfrm>
        </p:spPr>
      </p:pic>
      <p:sp>
        <p:nvSpPr>
          <p:cNvPr id="3" name="Content Placeholder 2">
            <a:extLst>
              <a:ext uri="{FF2B5EF4-FFF2-40B4-BE49-F238E27FC236}">
                <a16:creationId xmlns:a16="http://schemas.microsoft.com/office/drawing/2014/main" id="{25C8A938-0DB9-7B75-ED3F-CDD95FD8F642}"/>
              </a:ext>
            </a:extLst>
          </p:cNvPr>
          <p:cNvSpPr>
            <a:spLocks noGrp="1"/>
          </p:cNvSpPr>
          <p:nvPr>
            <p:ph sz="half" idx="2"/>
          </p:nvPr>
        </p:nvSpPr>
        <p:spPr>
          <a:xfrm>
            <a:off x="849217" y="1378850"/>
            <a:ext cx="10046310" cy="4502007"/>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LT variable is the lens thickness.</a:t>
            </a:r>
          </a:p>
          <a:p>
            <a:pPr marL="359410" indent="-359410"/>
            <a:r>
              <a:rPr lang="en-US">
                <a:solidFill>
                  <a:schemeClr val="tx1">
                    <a:lumMod val="95000"/>
                    <a:lumOff val="5000"/>
                  </a:schemeClr>
                </a:solidFill>
                <a:latin typeface="Avenir Next LT Pro"/>
                <a:cs typeface="Times New Roman"/>
              </a:rPr>
              <a:t>The length from front to back of the crystalline lens.</a:t>
            </a:r>
          </a:p>
        </p:txBody>
      </p:sp>
      <p:pic>
        <p:nvPicPr>
          <p:cNvPr id="5" name="Picture 4">
            <a:extLst>
              <a:ext uri="{FF2B5EF4-FFF2-40B4-BE49-F238E27FC236}">
                <a16:creationId xmlns:a16="http://schemas.microsoft.com/office/drawing/2014/main" id="{003E1F3F-ACC4-96F9-D5DE-033EFE9522F3}"/>
              </a:ext>
            </a:extLst>
          </p:cNvPr>
          <p:cNvPicPr>
            <a:picLocks noChangeAspect="1"/>
          </p:cNvPicPr>
          <p:nvPr/>
        </p:nvPicPr>
        <p:blipFill>
          <a:blip r:embed="rId3"/>
          <a:stretch>
            <a:fillRect/>
          </a:stretch>
        </p:blipFill>
        <p:spPr>
          <a:xfrm>
            <a:off x="969864" y="2946945"/>
            <a:ext cx="4549035" cy="285926"/>
          </a:xfrm>
          <a:prstGeom prst="rect">
            <a:avLst/>
          </a:prstGeom>
        </p:spPr>
      </p:pic>
      <p:pic>
        <p:nvPicPr>
          <p:cNvPr id="7" name="Picture 6">
            <a:extLst>
              <a:ext uri="{FF2B5EF4-FFF2-40B4-BE49-F238E27FC236}">
                <a16:creationId xmlns:a16="http://schemas.microsoft.com/office/drawing/2014/main" id="{C6103133-2BE5-4C37-F3D4-ED094FBC963B}"/>
              </a:ext>
            </a:extLst>
          </p:cNvPr>
          <p:cNvPicPr>
            <a:picLocks noChangeAspect="1"/>
          </p:cNvPicPr>
          <p:nvPr/>
        </p:nvPicPr>
        <p:blipFill>
          <a:blip r:embed="rId4"/>
          <a:stretch>
            <a:fillRect/>
          </a:stretch>
        </p:blipFill>
        <p:spPr>
          <a:xfrm>
            <a:off x="6094696" y="2747995"/>
            <a:ext cx="4961964" cy="3796363"/>
          </a:xfrm>
          <a:prstGeom prst="rect">
            <a:avLst/>
          </a:prstGeom>
        </p:spPr>
      </p:pic>
      <p:pic>
        <p:nvPicPr>
          <p:cNvPr id="4" name="Picture 3" descr="Eye lens changes">
            <a:extLst>
              <a:ext uri="{FF2B5EF4-FFF2-40B4-BE49-F238E27FC236}">
                <a16:creationId xmlns:a16="http://schemas.microsoft.com/office/drawing/2014/main" id="{BC4420F4-55AB-72FE-101E-0558E669AF0D}"/>
              </a:ext>
            </a:extLst>
          </p:cNvPr>
          <p:cNvPicPr>
            <a:picLocks noChangeAspect="1"/>
          </p:cNvPicPr>
          <p:nvPr/>
        </p:nvPicPr>
        <p:blipFill>
          <a:blip r:embed="rId5"/>
          <a:stretch>
            <a:fillRect/>
          </a:stretch>
        </p:blipFill>
        <p:spPr>
          <a:xfrm>
            <a:off x="689429" y="3955143"/>
            <a:ext cx="3964214" cy="2639785"/>
          </a:xfrm>
          <a:prstGeom prst="rect">
            <a:avLst/>
          </a:prstGeom>
        </p:spPr>
      </p:pic>
    </p:spTree>
    <p:extLst>
      <p:ext uri="{BB962C8B-B14F-4D97-AF65-F5344CB8AC3E}">
        <p14:creationId xmlns:p14="http://schemas.microsoft.com/office/powerpoint/2010/main" val="536646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17349-99AC-CD8A-7DCD-1B54CDF4EBA8}"/>
              </a:ext>
            </a:extLst>
          </p:cNvPr>
          <p:cNvSpPr>
            <a:spLocks noGrp="1"/>
          </p:cNvSpPr>
          <p:nvPr>
            <p:ph type="title"/>
          </p:nvPr>
        </p:nvSpPr>
        <p:spPr>
          <a:xfrm>
            <a:off x="989400" y="395289"/>
            <a:ext cx="9530812" cy="794389"/>
          </a:xfrm>
        </p:spPr>
        <p:txBody>
          <a:bodyPr/>
          <a:lstStyle/>
          <a:p>
            <a:r>
              <a:rPr lang="en-US"/>
              <a:t>Variable: VCD </a:t>
            </a:r>
          </a:p>
        </p:txBody>
      </p:sp>
      <p:pic>
        <p:nvPicPr>
          <p:cNvPr id="6" name="Content Placeholder 5">
            <a:extLst>
              <a:ext uri="{FF2B5EF4-FFF2-40B4-BE49-F238E27FC236}">
                <a16:creationId xmlns:a16="http://schemas.microsoft.com/office/drawing/2014/main" id="{D90AC3C2-26AC-A8A6-59A7-0E40D98FE3AE}"/>
              </a:ext>
            </a:extLst>
          </p:cNvPr>
          <p:cNvPicPr>
            <a:picLocks noGrp="1" noChangeAspect="1"/>
          </p:cNvPicPr>
          <p:nvPr>
            <p:ph sz="half" idx="1"/>
          </p:nvPr>
        </p:nvPicPr>
        <p:blipFill>
          <a:blip r:embed="rId2"/>
          <a:stretch>
            <a:fillRect/>
          </a:stretch>
        </p:blipFill>
        <p:spPr>
          <a:xfrm>
            <a:off x="1210641" y="3329874"/>
            <a:ext cx="4269842" cy="179154"/>
          </a:xfrm>
        </p:spPr>
      </p:pic>
      <p:sp>
        <p:nvSpPr>
          <p:cNvPr id="8" name="Content Placeholder 7">
            <a:extLst>
              <a:ext uri="{FF2B5EF4-FFF2-40B4-BE49-F238E27FC236}">
                <a16:creationId xmlns:a16="http://schemas.microsoft.com/office/drawing/2014/main" id="{884E943C-2168-BB63-4425-F4BBF0952789}"/>
              </a:ext>
            </a:extLst>
          </p:cNvPr>
          <p:cNvSpPr>
            <a:spLocks noGrp="1"/>
          </p:cNvSpPr>
          <p:nvPr>
            <p:ph sz="half" idx="2"/>
          </p:nvPr>
        </p:nvSpPr>
        <p:spPr>
          <a:xfrm>
            <a:off x="1122172" y="1390224"/>
            <a:ext cx="9659623" cy="4229052"/>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VCD variable, which is the vitreous chamber depth, is the length from front to back of the aqueous-containing space of the eye in front of the retina</a:t>
            </a:r>
            <a:r>
              <a:rPr lang="en-US">
                <a:solidFill>
                  <a:srgbClr val="000000">
                    <a:alpha val="60000"/>
                  </a:srgbClr>
                </a:solidFill>
              </a:rPr>
              <a:t>. </a:t>
            </a:r>
          </a:p>
        </p:txBody>
      </p:sp>
      <p:pic>
        <p:nvPicPr>
          <p:cNvPr id="5" name="Picture 4">
            <a:extLst>
              <a:ext uri="{FF2B5EF4-FFF2-40B4-BE49-F238E27FC236}">
                <a16:creationId xmlns:a16="http://schemas.microsoft.com/office/drawing/2014/main" id="{1727F73A-745D-0504-D0AF-1AAF5CFB4818}"/>
              </a:ext>
            </a:extLst>
          </p:cNvPr>
          <p:cNvPicPr>
            <a:picLocks noChangeAspect="1"/>
          </p:cNvPicPr>
          <p:nvPr/>
        </p:nvPicPr>
        <p:blipFill>
          <a:blip r:embed="rId3"/>
          <a:stretch>
            <a:fillRect/>
          </a:stretch>
        </p:blipFill>
        <p:spPr>
          <a:xfrm>
            <a:off x="1208699" y="3049303"/>
            <a:ext cx="4549035" cy="285926"/>
          </a:xfrm>
          <a:prstGeom prst="rect">
            <a:avLst/>
          </a:prstGeom>
        </p:spPr>
      </p:pic>
      <p:pic>
        <p:nvPicPr>
          <p:cNvPr id="7" name="Picture 6" descr="A white rectangular object with blue circles and numbers&#10;&#10;Description automatically generated">
            <a:extLst>
              <a:ext uri="{FF2B5EF4-FFF2-40B4-BE49-F238E27FC236}">
                <a16:creationId xmlns:a16="http://schemas.microsoft.com/office/drawing/2014/main" id="{B5C3E7A7-E635-FBF6-718D-45CF9C2CDFB5}"/>
              </a:ext>
            </a:extLst>
          </p:cNvPr>
          <p:cNvPicPr>
            <a:picLocks noChangeAspect="1"/>
          </p:cNvPicPr>
          <p:nvPr/>
        </p:nvPicPr>
        <p:blipFill>
          <a:blip r:embed="rId4"/>
          <a:stretch>
            <a:fillRect/>
          </a:stretch>
        </p:blipFill>
        <p:spPr>
          <a:xfrm>
            <a:off x="6632745" y="2534076"/>
            <a:ext cx="5398994" cy="4073337"/>
          </a:xfrm>
          <a:prstGeom prst="rect">
            <a:avLst/>
          </a:prstGeom>
        </p:spPr>
      </p:pic>
      <p:pic>
        <p:nvPicPr>
          <p:cNvPr id="3" name="Picture 2" descr="9. Anterior Chamber and Aqueous and Vitreous Humor Flashcards | Quizlet">
            <a:extLst>
              <a:ext uri="{FF2B5EF4-FFF2-40B4-BE49-F238E27FC236}">
                <a16:creationId xmlns:a16="http://schemas.microsoft.com/office/drawing/2014/main" id="{07731746-13FC-9329-699B-BEEAE24A83BA}"/>
              </a:ext>
            </a:extLst>
          </p:cNvPr>
          <p:cNvPicPr>
            <a:picLocks noChangeAspect="1"/>
          </p:cNvPicPr>
          <p:nvPr/>
        </p:nvPicPr>
        <p:blipFill>
          <a:blip r:embed="rId5"/>
          <a:stretch>
            <a:fillRect/>
          </a:stretch>
        </p:blipFill>
        <p:spPr>
          <a:xfrm>
            <a:off x="651329" y="3888072"/>
            <a:ext cx="4738913" cy="2728569"/>
          </a:xfrm>
          <a:prstGeom prst="rect">
            <a:avLst/>
          </a:prstGeom>
        </p:spPr>
      </p:pic>
    </p:spTree>
    <p:extLst>
      <p:ext uri="{BB962C8B-B14F-4D97-AF65-F5344CB8AC3E}">
        <p14:creationId xmlns:p14="http://schemas.microsoft.com/office/powerpoint/2010/main" val="1055329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968C-3AC8-3583-E684-1D3030E20B49}"/>
              </a:ext>
            </a:extLst>
          </p:cNvPr>
          <p:cNvSpPr>
            <a:spLocks noGrp="1"/>
          </p:cNvSpPr>
          <p:nvPr>
            <p:ph type="title"/>
          </p:nvPr>
        </p:nvSpPr>
        <p:spPr>
          <a:xfrm>
            <a:off x="989400" y="395289"/>
            <a:ext cx="9019021" cy="566926"/>
          </a:xfrm>
        </p:spPr>
        <p:txBody>
          <a:bodyPr>
            <a:normAutofit fontScale="90000"/>
          </a:bodyPr>
          <a:lstStyle/>
          <a:p>
            <a:r>
              <a:rPr lang="en-US"/>
              <a:t>Variable: SPORTHR</a:t>
            </a:r>
          </a:p>
        </p:txBody>
      </p:sp>
      <p:pic>
        <p:nvPicPr>
          <p:cNvPr id="6" name="Content Placeholder 5">
            <a:extLst>
              <a:ext uri="{FF2B5EF4-FFF2-40B4-BE49-F238E27FC236}">
                <a16:creationId xmlns:a16="http://schemas.microsoft.com/office/drawing/2014/main" id="{99E49CF4-9293-9832-6ED0-9BAC9F793D1C}"/>
              </a:ext>
            </a:extLst>
          </p:cNvPr>
          <p:cNvPicPr>
            <a:picLocks noGrp="1" noChangeAspect="1"/>
          </p:cNvPicPr>
          <p:nvPr>
            <p:ph sz="half" idx="1"/>
          </p:nvPr>
        </p:nvPicPr>
        <p:blipFill>
          <a:blip r:embed="rId2"/>
          <a:stretch>
            <a:fillRect/>
          </a:stretch>
        </p:blipFill>
        <p:spPr>
          <a:xfrm>
            <a:off x="1091077" y="3651238"/>
            <a:ext cx="4725059" cy="161948"/>
          </a:xfrm>
        </p:spPr>
      </p:pic>
      <p:sp>
        <p:nvSpPr>
          <p:cNvPr id="8" name="Content Placeholder 7">
            <a:extLst>
              <a:ext uri="{FF2B5EF4-FFF2-40B4-BE49-F238E27FC236}">
                <a16:creationId xmlns:a16="http://schemas.microsoft.com/office/drawing/2014/main" id="{E82A13D6-F7B9-E013-C8D3-A3FF8A8C4262}"/>
              </a:ext>
            </a:extLst>
          </p:cNvPr>
          <p:cNvSpPr>
            <a:spLocks noGrp="1"/>
          </p:cNvSpPr>
          <p:nvPr>
            <p:ph sz="half" idx="2"/>
          </p:nvPr>
        </p:nvSpPr>
        <p:spPr>
          <a:xfrm>
            <a:off x="940202" y="1117268"/>
            <a:ext cx="10660459" cy="4615739"/>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SPORTHR variable describes how many hours per week outside of school the child spent engaging in sports/outdoor activities</a:t>
            </a:r>
          </a:p>
        </p:txBody>
      </p:sp>
      <p:pic>
        <p:nvPicPr>
          <p:cNvPr id="5" name="Picture 4">
            <a:extLst>
              <a:ext uri="{FF2B5EF4-FFF2-40B4-BE49-F238E27FC236}">
                <a16:creationId xmlns:a16="http://schemas.microsoft.com/office/drawing/2014/main" id="{BED058AB-C7CA-6F00-489A-202F9EFE0AD8}"/>
              </a:ext>
            </a:extLst>
          </p:cNvPr>
          <p:cNvPicPr>
            <a:picLocks noChangeAspect="1"/>
          </p:cNvPicPr>
          <p:nvPr/>
        </p:nvPicPr>
        <p:blipFill>
          <a:blip r:embed="rId3"/>
          <a:stretch>
            <a:fillRect/>
          </a:stretch>
        </p:blipFill>
        <p:spPr>
          <a:xfrm>
            <a:off x="1095398" y="3287710"/>
            <a:ext cx="4549035" cy="285926"/>
          </a:xfrm>
          <a:prstGeom prst="rect">
            <a:avLst/>
          </a:prstGeom>
        </p:spPr>
      </p:pic>
      <p:pic>
        <p:nvPicPr>
          <p:cNvPr id="7" name="Picture 6">
            <a:extLst>
              <a:ext uri="{FF2B5EF4-FFF2-40B4-BE49-F238E27FC236}">
                <a16:creationId xmlns:a16="http://schemas.microsoft.com/office/drawing/2014/main" id="{60A4F132-7881-C77E-17C0-39BB3ADF81E1}"/>
              </a:ext>
            </a:extLst>
          </p:cNvPr>
          <p:cNvPicPr>
            <a:picLocks noChangeAspect="1"/>
          </p:cNvPicPr>
          <p:nvPr/>
        </p:nvPicPr>
        <p:blipFill>
          <a:blip r:embed="rId4"/>
          <a:stretch>
            <a:fillRect/>
          </a:stretch>
        </p:blipFill>
        <p:spPr>
          <a:xfrm>
            <a:off x="6270812" y="2364830"/>
            <a:ext cx="5230905" cy="4011983"/>
          </a:xfrm>
          <a:prstGeom prst="rect">
            <a:avLst/>
          </a:prstGeom>
        </p:spPr>
      </p:pic>
      <p:pic>
        <p:nvPicPr>
          <p:cNvPr id="3" name="Picture 2" descr="Sport clipart png images | PNGWing">
            <a:extLst>
              <a:ext uri="{FF2B5EF4-FFF2-40B4-BE49-F238E27FC236}">
                <a16:creationId xmlns:a16="http://schemas.microsoft.com/office/drawing/2014/main" id="{4D004A69-384E-D90A-76DC-843AA9B6DA35}"/>
              </a:ext>
            </a:extLst>
          </p:cNvPr>
          <p:cNvPicPr>
            <a:picLocks noChangeAspect="1"/>
          </p:cNvPicPr>
          <p:nvPr/>
        </p:nvPicPr>
        <p:blipFill>
          <a:blip r:embed="rId5"/>
          <a:stretch>
            <a:fillRect/>
          </a:stretch>
        </p:blipFill>
        <p:spPr>
          <a:xfrm>
            <a:off x="678543" y="4142196"/>
            <a:ext cx="4611914" cy="2419894"/>
          </a:xfrm>
          <a:prstGeom prst="rect">
            <a:avLst/>
          </a:prstGeom>
        </p:spPr>
      </p:pic>
    </p:spTree>
    <p:extLst>
      <p:ext uri="{BB962C8B-B14F-4D97-AF65-F5344CB8AC3E}">
        <p14:creationId xmlns:p14="http://schemas.microsoft.com/office/powerpoint/2010/main" val="1065910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113F2-CAAA-CA26-439E-4B27411103A9}"/>
              </a:ext>
            </a:extLst>
          </p:cNvPr>
          <p:cNvSpPr>
            <a:spLocks noGrp="1"/>
          </p:cNvSpPr>
          <p:nvPr>
            <p:ph type="title"/>
          </p:nvPr>
        </p:nvSpPr>
        <p:spPr/>
        <p:txBody>
          <a:bodyPr/>
          <a:lstStyle/>
          <a:p>
            <a:r>
              <a:rPr lang="en-US"/>
              <a:t>Variable: READHR</a:t>
            </a:r>
          </a:p>
        </p:txBody>
      </p:sp>
      <p:pic>
        <p:nvPicPr>
          <p:cNvPr id="6" name="Content Placeholder 5">
            <a:extLst>
              <a:ext uri="{FF2B5EF4-FFF2-40B4-BE49-F238E27FC236}">
                <a16:creationId xmlns:a16="http://schemas.microsoft.com/office/drawing/2014/main" id="{740561C0-4145-43D6-3A9A-38B6CE2A647B}"/>
              </a:ext>
            </a:extLst>
          </p:cNvPr>
          <p:cNvPicPr>
            <a:picLocks noGrp="1" noChangeAspect="1"/>
          </p:cNvPicPr>
          <p:nvPr>
            <p:ph sz="half" idx="1"/>
          </p:nvPr>
        </p:nvPicPr>
        <p:blipFill>
          <a:blip r:embed="rId2"/>
          <a:stretch>
            <a:fillRect/>
          </a:stretch>
        </p:blipFill>
        <p:spPr>
          <a:xfrm>
            <a:off x="1100603" y="3646475"/>
            <a:ext cx="4706007" cy="171474"/>
          </a:xfrm>
        </p:spPr>
      </p:pic>
      <p:sp>
        <p:nvSpPr>
          <p:cNvPr id="8" name="Content Placeholder 7">
            <a:extLst>
              <a:ext uri="{FF2B5EF4-FFF2-40B4-BE49-F238E27FC236}">
                <a16:creationId xmlns:a16="http://schemas.microsoft.com/office/drawing/2014/main" id="{6676FFEB-EE99-04A2-AB2C-D029E0FCCE45}"/>
              </a:ext>
            </a:extLst>
          </p:cNvPr>
          <p:cNvSpPr>
            <a:spLocks noGrp="1"/>
          </p:cNvSpPr>
          <p:nvPr>
            <p:ph sz="half" idx="2"/>
          </p:nvPr>
        </p:nvSpPr>
        <p:spPr>
          <a:xfrm>
            <a:off x="933146" y="1601258"/>
            <a:ext cx="10149511" cy="4621741"/>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READHR variable represents how many hours per week outside of the school the child spent reading for pleasure</a:t>
            </a:r>
          </a:p>
        </p:txBody>
      </p:sp>
      <p:pic>
        <p:nvPicPr>
          <p:cNvPr id="5" name="Picture 4">
            <a:extLst>
              <a:ext uri="{FF2B5EF4-FFF2-40B4-BE49-F238E27FC236}">
                <a16:creationId xmlns:a16="http://schemas.microsoft.com/office/drawing/2014/main" id="{37B66A44-713C-39D1-2143-C915AE8F54D1}"/>
              </a:ext>
            </a:extLst>
          </p:cNvPr>
          <p:cNvPicPr>
            <a:picLocks noChangeAspect="1"/>
          </p:cNvPicPr>
          <p:nvPr/>
        </p:nvPicPr>
        <p:blipFill>
          <a:blip r:embed="rId3"/>
          <a:stretch>
            <a:fillRect/>
          </a:stretch>
        </p:blipFill>
        <p:spPr>
          <a:xfrm>
            <a:off x="1099391" y="3283717"/>
            <a:ext cx="4549035" cy="285926"/>
          </a:xfrm>
          <a:prstGeom prst="rect">
            <a:avLst/>
          </a:prstGeom>
        </p:spPr>
      </p:pic>
      <p:pic>
        <p:nvPicPr>
          <p:cNvPr id="7" name="Picture 6" descr="A graph with blue dots&#10;&#10;Description automatically generated">
            <a:extLst>
              <a:ext uri="{FF2B5EF4-FFF2-40B4-BE49-F238E27FC236}">
                <a16:creationId xmlns:a16="http://schemas.microsoft.com/office/drawing/2014/main" id="{2218AAA8-497A-ACB3-26C2-644972919D2E}"/>
              </a:ext>
            </a:extLst>
          </p:cNvPr>
          <p:cNvPicPr>
            <a:picLocks noChangeAspect="1"/>
          </p:cNvPicPr>
          <p:nvPr/>
        </p:nvPicPr>
        <p:blipFill>
          <a:blip r:embed="rId4"/>
          <a:stretch>
            <a:fillRect/>
          </a:stretch>
        </p:blipFill>
        <p:spPr>
          <a:xfrm>
            <a:off x="6119638" y="2698691"/>
            <a:ext cx="5074023" cy="3871150"/>
          </a:xfrm>
          <a:prstGeom prst="rect">
            <a:avLst/>
          </a:prstGeom>
        </p:spPr>
      </p:pic>
      <p:pic>
        <p:nvPicPr>
          <p:cNvPr id="9" name="Picture 8" descr="Reading Clipart Images | Free Photos, PNG Stickers, Wallpapers &amp;  Backgrounds - rawpixel">
            <a:extLst>
              <a:ext uri="{FF2B5EF4-FFF2-40B4-BE49-F238E27FC236}">
                <a16:creationId xmlns:a16="http://schemas.microsoft.com/office/drawing/2014/main" id="{9B96B079-6928-1750-8ADD-C96B6C96B819}"/>
              </a:ext>
            </a:extLst>
          </p:cNvPr>
          <p:cNvPicPr>
            <a:picLocks noChangeAspect="1"/>
          </p:cNvPicPr>
          <p:nvPr/>
        </p:nvPicPr>
        <p:blipFill>
          <a:blip r:embed="rId5"/>
          <a:stretch>
            <a:fillRect/>
          </a:stretch>
        </p:blipFill>
        <p:spPr>
          <a:xfrm>
            <a:off x="1221014" y="4077208"/>
            <a:ext cx="3436257" cy="2295869"/>
          </a:xfrm>
          <a:prstGeom prst="rect">
            <a:avLst/>
          </a:prstGeom>
        </p:spPr>
      </p:pic>
    </p:spTree>
    <p:extLst>
      <p:ext uri="{BB962C8B-B14F-4D97-AF65-F5344CB8AC3E}">
        <p14:creationId xmlns:p14="http://schemas.microsoft.com/office/powerpoint/2010/main" val="2652434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65E0F-CCE5-101D-E45F-9C5AED6FE38F}"/>
              </a:ext>
            </a:extLst>
          </p:cNvPr>
          <p:cNvSpPr>
            <a:spLocks noGrp="1"/>
          </p:cNvSpPr>
          <p:nvPr>
            <p:ph type="title"/>
          </p:nvPr>
        </p:nvSpPr>
        <p:spPr/>
        <p:txBody>
          <a:bodyPr/>
          <a:lstStyle/>
          <a:p>
            <a:r>
              <a:rPr lang="en-US"/>
              <a:t>Variable: COMPHR</a:t>
            </a:r>
          </a:p>
        </p:txBody>
      </p:sp>
      <p:pic>
        <p:nvPicPr>
          <p:cNvPr id="6" name="Content Placeholder 5">
            <a:extLst>
              <a:ext uri="{FF2B5EF4-FFF2-40B4-BE49-F238E27FC236}">
                <a16:creationId xmlns:a16="http://schemas.microsoft.com/office/drawing/2014/main" id="{58F177CE-EB1E-A841-1383-424DC45076C5}"/>
              </a:ext>
            </a:extLst>
          </p:cNvPr>
          <p:cNvPicPr>
            <a:picLocks noGrp="1" noChangeAspect="1"/>
          </p:cNvPicPr>
          <p:nvPr>
            <p:ph sz="half" idx="1"/>
          </p:nvPr>
        </p:nvPicPr>
        <p:blipFill>
          <a:blip r:embed="rId2"/>
          <a:stretch>
            <a:fillRect/>
          </a:stretch>
        </p:blipFill>
        <p:spPr>
          <a:xfrm>
            <a:off x="1086313" y="3987613"/>
            <a:ext cx="4734586" cy="152421"/>
          </a:xfrm>
        </p:spPr>
      </p:pic>
      <p:sp>
        <p:nvSpPr>
          <p:cNvPr id="3" name="Content Placeholder 2">
            <a:extLst>
              <a:ext uri="{FF2B5EF4-FFF2-40B4-BE49-F238E27FC236}">
                <a16:creationId xmlns:a16="http://schemas.microsoft.com/office/drawing/2014/main" id="{56BF9025-3A9E-52B4-614F-F725BF920A29}"/>
              </a:ext>
            </a:extLst>
          </p:cNvPr>
          <p:cNvSpPr>
            <a:spLocks noGrp="1"/>
          </p:cNvSpPr>
          <p:nvPr>
            <p:ph sz="half" idx="2"/>
          </p:nvPr>
        </p:nvSpPr>
        <p:spPr>
          <a:xfrm>
            <a:off x="1088369" y="1558925"/>
            <a:ext cx="9754400" cy="4445352"/>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COMPHR variable shows how many hours per week outside of school the child spent playing video/computer games or working on the computer</a:t>
            </a:r>
          </a:p>
        </p:txBody>
      </p:sp>
      <p:pic>
        <p:nvPicPr>
          <p:cNvPr id="5" name="Picture 4">
            <a:extLst>
              <a:ext uri="{FF2B5EF4-FFF2-40B4-BE49-F238E27FC236}">
                <a16:creationId xmlns:a16="http://schemas.microsoft.com/office/drawing/2014/main" id="{902B3402-6D81-9389-7661-B64582693BF7}"/>
              </a:ext>
            </a:extLst>
          </p:cNvPr>
          <p:cNvPicPr>
            <a:picLocks noChangeAspect="1"/>
          </p:cNvPicPr>
          <p:nvPr/>
        </p:nvPicPr>
        <p:blipFill>
          <a:blip r:embed="rId3"/>
          <a:stretch>
            <a:fillRect/>
          </a:stretch>
        </p:blipFill>
        <p:spPr>
          <a:xfrm>
            <a:off x="1120558" y="3495383"/>
            <a:ext cx="4549035" cy="285926"/>
          </a:xfrm>
          <a:prstGeom prst="rect">
            <a:avLst/>
          </a:prstGeom>
        </p:spPr>
      </p:pic>
      <p:pic>
        <p:nvPicPr>
          <p:cNvPr id="7" name="Picture 6">
            <a:extLst>
              <a:ext uri="{FF2B5EF4-FFF2-40B4-BE49-F238E27FC236}">
                <a16:creationId xmlns:a16="http://schemas.microsoft.com/office/drawing/2014/main" id="{6335F0A5-C68B-53E1-1A52-0ACA0B010B33}"/>
              </a:ext>
            </a:extLst>
          </p:cNvPr>
          <p:cNvPicPr>
            <a:picLocks noChangeAspect="1"/>
          </p:cNvPicPr>
          <p:nvPr/>
        </p:nvPicPr>
        <p:blipFill>
          <a:blip r:embed="rId4"/>
          <a:stretch>
            <a:fillRect/>
          </a:stretch>
        </p:blipFill>
        <p:spPr>
          <a:xfrm>
            <a:off x="6205268" y="2822518"/>
            <a:ext cx="4725161" cy="3555416"/>
          </a:xfrm>
          <a:prstGeom prst="rect">
            <a:avLst/>
          </a:prstGeom>
        </p:spPr>
      </p:pic>
      <p:pic>
        <p:nvPicPr>
          <p:cNvPr id="4" name="Picture 3" descr="Computer Clipart Images | Free Download | PNG Transparent Background -  Pngtree">
            <a:extLst>
              <a:ext uri="{FF2B5EF4-FFF2-40B4-BE49-F238E27FC236}">
                <a16:creationId xmlns:a16="http://schemas.microsoft.com/office/drawing/2014/main" id="{30A3F703-96FD-BAAF-A671-2ECFFE0D9FD8}"/>
              </a:ext>
            </a:extLst>
          </p:cNvPr>
          <p:cNvPicPr>
            <a:picLocks noChangeAspect="1"/>
          </p:cNvPicPr>
          <p:nvPr/>
        </p:nvPicPr>
        <p:blipFill>
          <a:blip r:embed="rId5"/>
          <a:stretch>
            <a:fillRect/>
          </a:stretch>
        </p:blipFill>
        <p:spPr>
          <a:xfrm>
            <a:off x="805542" y="4860470"/>
            <a:ext cx="1727201" cy="1727201"/>
          </a:xfrm>
          <a:prstGeom prst="rect">
            <a:avLst/>
          </a:prstGeom>
        </p:spPr>
      </p:pic>
    </p:spTree>
    <p:extLst>
      <p:ext uri="{BB962C8B-B14F-4D97-AF65-F5344CB8AC3E}">
        <p14:creationId xmlns:p14="http://schemas.microsoft.com/office/powerpoint/2010/main" val="864658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8FAA8-AD63-8807-993B-69FC8841DD06}"/>
              </a:ext>
            </a:extLst>
          </p:cNvPr>
          <p:cNvSpPr>
            <a:spLocks noGrp="1"/>
          </p:cNvSpPr>
          <p:nvPr>
            <p:ph type="title"/>
          </p:nvPr>
        </p:nvSpPr>
        <p:spPr/>
        <p:txBody>
          <a:bodyPr/>
          <a:lstStyle/>
          <a:p>
            <a:r>
              <a:rPr lang="en-US"/>
              <a:t>Variable: STUDYHR </a:t>
            </a:r>
          </a:p>
        </p:txBody>
      </p:sp>
      <p:pic>
        <p:nvPicPr>
          <p:cNvPr id="6" name="Content Placeholder 5">
            <a:extLst>
              <a:ext uri="{FF2B5EF4-FFF2-40B4-BE49-F238E27FC236}">
                <a16:creationId xmlns:a16="http://schemas.microsoft.com/office/drawing/2014/main" id="{F17F8A2F-F6E9-8F0A-955A-5FB734F0C83B}"/>
              </a:ext>
            </a:extLst>
          </p:cNvPr>
          <p:cNvPicPr>
            <a:picLocks noGrp="1" noChangeAspect="1"/>
          </p:cNvPicPr>
          <p:nvPr>
            <p:ph sz="half" idx="1"/>
          </p:nvPr>
        </p:nvPicPr>
        <p:blipFill>
          <a:blip r:embed="rId2"/>
          <a:stretch>
            <a:fillRect/>
          </a:stretch>
        </p:blipFill>
        <p:spPr>
          <a:xfrm>
            <a:off x="1166574" y="3512420"/>
            <a:ext cx="4686954" cy="171474"/>
          </a:xfrm>
        </p:spPr>
      </p:pic>
      <p:sp>
        <p:nvSpPr>
          <p:cNvPr id="3" name="Content Placeholder 2">
            <a:extLst>
              <a:ext uri="{FF2B5EF4-FFF2-40B4-BE49-F238E27FC236}">
                <a16:creationId xmlns:a16="http://schemas.microsoft.com/office/drawing/2014/main" id="{A3402ADA-7C99-9FC2-C4E6-BFCF6787B51E}"/>
              </a:ext>
            </a:extLst>
          </p:cNvPr>
          <p:cNvSpPr>
            <a:spLocks noGrp="1"/>
          </p:cNvSpPr>
          <p:nvPr>
            <p:ph sz="half" idx="2"/>
          </p:nvPr>
        </p:nvSpPr>
        <p:spPr>
          <a:xfrm>
            <a:off x="983334" y="1714680"/>
            <a:ext cx="9672928" cy="4049443"/>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STUDYHR variable represents h</a:t>
            </a:r>
            <a:r>
              <a:rPr lang="en-US">
                <a:solidFill>
                  <a:schemeClr val="tx1">
                    <a:lumMod val="95000"/>
                    <a:lumOff val="5000"/>
                  </a:schemeClr>
                </a:solidFill>
                <a:latin typeface="Avenir Next LT Pro"/>
                <a:ea typeface="+mn-lt"/>
                <a:cs typeface="+mn-lt"/>
              </a:rPr>
              <a:t>ow many hours per week outside of school the child spent reading or studying for school assignments</a:t>
            </a:r>
            <a:endParaRPr lang="en-US">
              <a:solidFill>
                <a:schemeClr val="tx1">
                  <a:lumMod val="95000"/>
                  <a:lumOff val="5000"/>
                </a:schemeClr>
              </a:solidFill>
              <a:latin typeface="Avenir Next LT Pro"/>
              <a:cs typeface="Times New Roman"/>
            </a:endParaRPr>
          </a:p>
        </p:txBody>
      </p:sp>
      <p:pic>
        <p:nvPicPr>
          <p:cNvPr id="5" name="Picture 4">
            <a:extLst>
              <a:ext uri="{FF2B5EF4-FFF2-40B4-BE49-F238E27FC236}">
                <a16:creationId xmlns:a16="http://schemas.microsoft.com/office/drawing/2014/main" id="{45EEA41C-BCCD-5A1D-14A8-D8BC56847EDA}"/>
              </a:ext>
            </a:extLst>
          </p:cNvPr>
          <p:cNvPicPr>
            <a:picLocks noChangeAspect="1"/>
          </p:cNvPicPr>
          <p:nvPr/>
        </p:nvPicPr>
        <p:blipFill>
          <a:blip r:embed="rId3"/>
          <a:stretch>
            <a:fillRect/>
          </a:stretch>
        </p:blipFill>
        <p:spPr>
          <a:xfrm>
            <a:off x="1201498" y="3146599"/>
            <a:ext cx="4549035" cy="285926"/>
          </a:xfrm>
          <a:prstGeom prst="rect">
            <a:avLst/>
          </a:prstGeom>
        </p:spPr>
      </p:pic>
      <p:pic>
        <p:nvPicPr>
          <p:cNvPr id="7" name="Picture 6">
            <a:extLst>
              <a:ext uri="{FF2B5EF4-FFF2-40B4-BE49-F238E27FC236}">
                <a16:creationId xmlns:a16="http://schemas.microsoft.com/office/drawing/2014/main" id="{28C225E9-1E14-B344-7AB9-8863BF78E44F}"/>
              </a:ext>
            </a:extLst>
          </p:cNvPr>
          <p:cNvPicPr>
            <a:picLocks noChangeAspect="1"/>
          </p:cNvPicPr>
          <p:nvPr/>
        </p:nvPicPr>
        <p:blipFill>
          <a:blip r:embed="rId4"/>
          <a:stretch>
            <a:fillRect/>
          </a:stretch>
        </p:blipFill>
        <p:spPr>
          <a:xfrm>
            <a:off x="6836603" y="3358666"/>
            <a:ext cx="4248383" cy="3180845"/>
          </a:xfrm>
          <a:prstGeom prst="rect">
            <a:avLst/>
          </a:prstGeom>
        </p:spPr>
      </p:pic>
      <p:pic>
        <p:nvPicPr>
          <p:cNvPr id="4" name="Picture 3" descr="School desk clipart. Study corner student desk with stack of books, pencil  pot and lamp flat vector illustration clipart cartoon style hand drawn.  Students, classroom, school supplies, back to school 26587052 Vector">
            <a:extLst>
              <a:ext uri="{FF2B5EF4-FFF2-40B4-BE49-F238E27FC236}">
                <a16:creationId xmlns:a16="http://schemas.microsoft.com/office/drawing/2014/main" id="{C5542C70-3830-9B13-B118-F1EC0C384B50}"/>
              </a:ext>
            </a:extLst>
          </p:cNvPr>
          <p:cNvPicPr>
            <a:picLocks noChangeAspect="1"/>
          </p:cNvPicPr>
          <p:nvPr/>
        </p:nvPicPr>
        <p:blipFill>
          <a:blip r:embed="rId5"/>
          <a:stretch>
            <a:fillRect/>
          </a:stretch>
        </p:blipFill>
        <p:spPr>
          <a:xfrm>
            <a:off x="859972" y="3975658"/>
            <a:ext cx="3949697" cy="2371969"/>
          </a:xfrm>
          <a:prstGeom prst="rect">
            <a:avLst/>
          </a:prstGeom>
        </p:spPr>
      </p:pic>
    </p:spTree>
    <p:extLst>
      <p:ext uri="{BB962C8B-B14F-4D97-AF65-F5344CB8AC3E}">
        <p14:creationId xmlns:p14="http://schemas.microsoft.com/office/powerpoint/2010/main" val="1097579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2FFB-B76B-D754-A318-797353AEDEB4}"/>
              </a:ext>
            </a:extLst>
          </p:cNvPr>
          <p:cNvSpPr>
            <a:spLocks noGrp="1"/>
          </p:cNvSpPr>
          <p:nvPr>
            <p:ph type="title"/>
          </p:nvPr>
        </p:nvSpPr>
        <p:spPr>
          <a:xfrm>
            <a:off x="989400" y="7100"/>
            <a:ext cx="10213200" cy="1112836"/>
          </a:xfrm>
        </p:spPr>
        <p:txBody>
          <a:bodyPr/>
          <a:lstStyle/>
          <a:p>
            <a:r>
              <a:rPr lang="en-US"/>
              <a:t>Variable: TVHR</a:t>
            </a:r>
          </a:p>
        </p:txBody>
      </p:sp>
      <p:pic>
        <p:nvPicPr>
          <p:cNvPr id="6" name="Content Placeholder 5">
            <a:extLst>
              <a:ext uri="{FF2B5EF4-FFF2-40B4-BE49-F238E27FC236}">
                <a16:creationId xmlns:a16="http://schemas.microsoft.com/office/drawing/2014/main" id="{D47AC255-18F4-201E-244B-323BC7488B72}"/>
              </a:ext>
            </a:extLst>
          </p:cNvPr>
          <p:cNvPicPr>
            <a:picLocks noGrp="1" noChangeAspect="1"/>
          </p:cNvPicPr>
          <p:nvPr>
            <p:ph sz="half" idx="1"/>
          </p:nvPr>
        </p:nvPicPr>
        <p:blipFill>
          <a:blip r:embed="rId2"/>
          <a:stretch>
            <a:fillRect/>
          </a:stretch>
        </p:blipFill>
        <p:spPr>
          <a:xfrm>
            <a:off x="1279462" y="3333560"/>
            <a:ext cx="4686954" cy="190527"/>
          </a:xfrm>
        </p:spPr>
      </p:pic>
      <p:sp>
        <p:nvSpPr>
          <p:cNvPr id="4" name="Content Placeholder 3">
            <a:extLst>
              <a:ext uri="{FF2B5EF4-FFF2-40B4-BE49-F238E27FC236}">
                <a16:creationId xmlns:a16="http://schemas.microsoft.com/office/drawing/2014/main" id="{203678E5-D974-13E1-8D17-A21406E9F5B6}"/>
              </a:ext>
            </a:extLst>
          </p:cNvPr>
          <p:cNvSpPr>
            <a:spLocks noGrp="1"/>
          </p:cNvSpPr>
          <p:nvPr>
            <p:ph sz="half" idx="2"/>
          </p:nvPr>
        </p:nvSpPr>
        <p:spPr>
          <a:xfrm>
            <a:off x="1060146" y="1622425"/>
            <a:ext cx="9204066" cy="4297186"/>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TVHR variable shows how many</a:t>
            </a:r>
            <a:r>
              <a:rPr lang="en-US">
                <a:solidFill>
                  <a:schemeClr val="tx1">
                    <a:lumMod val="95000"/>
                    <a:lumOff val="5000"/>
                  </a:schemeClr>
                </a:solidFill>
                <a:latin typeface="Avenir Next LT Pro"/>
                <a:ea typeface="+mn-lt"/>
                <a:cs typeface="+mn-lt"/>
              </a:rPr>
              <a:t> hours per week outside of school the child spent watching television</a:t>
            </a:r>
            <a:endParaRPr lang="en-US">
              <a:solidFill>
                <a:schemeClr val="tx1">
                  <a:lumMod val="95000"/>
                  <a:lumOff val="5000"/>
                </a:schemeClr>
              </a:solidFill>
              <a:latin typeface="Avenir Next LT Pro"/>
              <a:cs typeface="Times New Roman"/>
            </a:endParaRPr>
          </a:p>
        </p:txBody>
      </p:sp>
      <p:pic>
        <p:nvPicPr>
          <p:cNvPr id="5" name="Picture 4">
            <a:extLst>
              <a:ext uri="{FF2B5EF4-FFF2-40B4-BE49-F238E27FC236}">
                <a16:creationId xmlns:a16="http://schemas.microsoft.com/office/drawing/2014/main" id="{C399F616-B979-19A8-F335-361C5F2DF75D}"/>
              </a:ext>
            </a:extLst>
          </p:cNvPr>
          <p:cNvPicPr>
            <a:picLocks noChangeAspect="1"/>
          </p:cNvPicPr>
          <p:nvPr/>
        </p:nvPicPr>
        <p:blipFill>
          <a:blip r:embed="rId3"/>
          <a:stretch>
            <a:fillRect/>
          </a:stretch>
        </p:blipFill>
        <p:spPr>
          <a:xfrm>
            <a:off x="1279108" y="3005487"/>
            <a:ext cx="4549035" cy="285926"/>
          </a:xfrm>
          <a:prstGeom prst="rect">
            <a:avLst/>
          </a:prstGeom>
        </p:spPr>
      </p:pic>
      <p:pic>
        <p:nvPicPr>
          <p:cNvPr id="3" name="Picture 2" descr="A white rectangular object with blue dots&#10;&#10;Description automatically generated">
            <a:extLst>
              <a:ext uri="{FF2B5EF4-FFF2-40B4-BE49-F238E27FC236}">
                <a16:creationId xmlns:a16="http://schemas.microsoft.com/office/drawing/2014/main" id="{D9594317-7B06-BC04-5A89-E447DD3BE8E9}"/>
              </a:ext>
            </a:extLst>
          </p:cNvPr>
          <p:cNvPicPr>
            <a:picLocks noChangeAspect="1"/>
          </p:cNvPicPr>
          <p:nvPr/>
        </p:nvPicPr>
        <p:blipFill>
          <a:blip r:embed="rId4"/>
          <a:stretch>
            <a:fillRect/>
          </a:stretch>
        </p:blipFill>
        <p:spPr>
          <a:xfrm>
            <a:off x="6650782" y="3205356"/>
            <a:ext cx="4697046" cy="3540447"/>
          </a:xfrm>
          <a:prstGeom prst="rect">
            <a:avLst/>
          </a:prstGeom>
        </p:spPr>
      </p:pic>
      <p:pic>
        <p:nvPicPr>
          <p:cNvPr id="7" name="Picture 6" descr="Old Tv Set Vector Illustration Stock Illustration - Download Image Now -  Television Set, Television Industry, Old - iStock">
            <a:extLst>
              <a:ext uri="{FF2B5EF4-FFF2-40B4-BE49-F238E27FC236}">
                <a16:creationId xmlns:a16="http://schemas.microsoft.com/office/drawing/2014/main" id="{E923F94C-4B2D-61C8-2BE7-1A9C105E7ED9}"/>
              </a:ext>
            </a:extLst>
          </p:cNvPr>
          <p:cNvPicPr>
            <a:picLocks noChangeAspect="1"/>
          </p:cNvPicPr>
          <p:nvPr/>
        </p:nvPicPr>
        <p:blipFill>
          <a:blip r:embed="rId5"/>
          <a:stretch>
            <a:fillRect/>
          </a:stretch>
        </p:blipFill>
        <p:spPr>
          <a:xfrm>
            <a:off x="945098" y="3775383"/>
            <a:ext cx="2409661" cy="2409661"/>
          </a:xfrm>
          <a:prstGeom prst="rect">
            <a:avLst/>
          </a:prstGeom>
        </p:spPr>
      </p:pic>
    </p:spTree>
    <p:extLst>
      <p:ext uri="{BB962C8B-B14F-4D97-AF65-F5344CB8AC3E}">
        <p14:creationId xmlns:p14="http://schemas.microsoft.com/office/powerpoint/2010/main" val="611758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62A0B-A968-268B-C1B0-1E3E26E5F381}"/>
              </a:ext>
            </a:extLst>
          </p:cNvPr>
          <p:cNvSpPr>
            <a:spLocks noGrp="1"/>
          </p:cNvSpPr>
          <p:nvPr>
            <p:ph type="title"/>
          </p:nvPr>
        </p:nvSpPr>
        <p:spPr/>
        <p:txBody>
          <a:bodyPr/>
          <a:lstStyle/>
          <a:p>
            <a:br>
              <a:rPr lang="en-US"/>
            </a:br>
            <a:r>
              <a:rPr lang="en-US"/>
              <a:t>Variable: DIOPTERHR</a:t>
            </a:r>
          </a:p>
        </p:txBody>
      </p:sp>
      <p:pic>
        <p:nvPicPr>
          <p:cNvPr id="6" name="Content Placeholder 5">
            <a:extLst>
              <a:ext uri="{FF2B5EF4-FFF2-40B4-BE49-F238E27FC236}">
                <a16:creationId xmlns:a16="http://schemas.microsoft.com/office/drawing/2014/main" id="{475AB52E-42D4-E5F0-B8B3-CEA215EB9F7E}"/>
              </a:ext>
            </a:extLst>
          </p:cNvPr>
          <p:cNvPicPr>
            <a:picLocks noGrp="1" noChangeAspect="1"/>
          </p:cNvPicPr>
          <p:nvPr>
            <p:ph sz="half" idx="1"/>
          </p:nvPr>
        </p:nvPicPr>
        <p:blipFill>
          <a:blip r:embed="rId2"/>
          <a:stretch>
            <a:fillRect/>
          </a:stretch>
        </p:blipFill>
        <p:spPr>
          <a:xfrm>
            <a:off x="1178392" y="4119197"/>
            <a:ext cx="4677428" cy="171474"/>
          </a:xfrm>
        </p:spPr>
      </p:pic>
      <p:sp>
        <p:nvSpPr>
          <p:cNvPr id="3" name="Content Placeholder 2">
            <a:extLst>
              <a:ext uri="{FF2B5EF4-FFF2-40B4-BE49-F238E27FC236}">
                <a16:creationId xmlns:a16="http://schemas.microsoft.com/office/drawing/2014/main" id="{1FC37ED2-72A4-427F-0B20-4758D4318742}"/>
              </a:ext>
            </a:extLst>
          </p:cNvPr>
          <p:cNvSpPr>
            <a:spLocks noGrp="1"/>
          </p:cNvSpPr>
          <p:nvPr>
            <p:ph sz="half" idx="2"/>
          </p:nvPr>
        </p:nvSpPr>
        <p:spPr>
          <a:xfrm>
            <a:off x="1116591" y="1714147"/>
            <a:ext cx="10015455" cy="4219574"/>
          </a:xfrm>
        </p:spPr>
        <p:txBody>
          <a:bodyPr vert="horz" lIns="91440" tIns="45720" rIns="91440" bIns="45720" rtlCol="0" anchor="t">
            <a:normAutofit/>
          </a:bodyPr>
          <a:lstStyle/>
          <a:p>
            <a:pPr marL="359410" indent="-359410"/>
            <a:r>
              <a:rPr lang="en-US">
                <a:solidFill>
                  <a:schemeClr val="tx1">
                    <a:lumMod val="95000"/>
                    <a:lumOff val="5000"/>
                  </a:schemeClr>
                </a:solidFill>
                <a:latin typeface="Avenir Next LT Pro"/>
                <a:cs typeface="Times New Roman"/>
              </a:rPr>
              <a:t>The DIOPTERHR variable is the </a:t>
            </a:r>
            <a:r>
              <a:rPr lang="en-US">
                <a:solidFill>
                  <a:schemeClr val="tx1">
                    <a:lumMod val="95000"/>
                    <a:lumOff val="5000"/>
                  </a:schemeClr>
                </a:solidFill>
                <a:latin typeface="Avenir Next LT Pro"/>
                <a:ea typeface="+mn-lt"/>
                <a:cs typeface="+mn-lt"/>
              </a:rPr>
              <a:t>composite of near-work activities.</a:t>
            </a:r>
          </a:p>
          <a:p>
            <a:pPr marL="359410" indent="-359410"/>
            <a:r>
              <a:rPr lang="en-US">
                <a:solidFill>
                  <a:schemeClr val="tx1">
                    <a:lumMod val="95000"/>
                    <a:lumOff val="5000"/>
                  </a:schemeClr>
                </a:solidFill>
                <a:latin typeface="Avenir Next LT Pro"/>
                <a:cs typeface="Times New Roman"/>
              </a:rPr>
              <a:t>Equation:</a:t>
            </a:r>
            <a:r>
              <a:rPr lang="en-US">
                <a:solidFill>
                  <a:schemeClr val="tx1">
                    <a:lumMod val="95000"/>
                    <a:lumOff val="5000"/>
                  </a:schemeClr>
                </a:solidFill>
                <a:latin typeface="Avenir Next LT Pro"/>
                <a:ea typeface="+mn-lt"/>
                <a:cs typeface="Times New Roman"/>
              </a:rPr>
              <a:t> </a:t>
            </a:r>
            <a:r>
              <a:rPr lang="en-US">
                <a:solidFill>
                  <a:schemeClr val="tx1">
                    <a:lumMod val="95000"/>
                    <a:lumOff val="5000"/>
                  </a:schemeClr>
                </a:solidFill>
                <a:latin typeface="Avenir Next LT Pro"/>
                <a:ea typeface="+mn-lt"/>
                <a:cs typeface="+mn-lt"/>
              </a:rPr>
              <a:t>DIOPTERHR = 3 × (READHR + STUDYHR) + 2 × COMPHR + TVHR.</a:t>
            </a:r>
            <a:endParaRPr lang="en-US">
              <a:solidFill>
                <a:schemeClr val="tx1">
                  <a:lumMod val="95000"/>
                  <a:lumOff val="5000"/>
                </a:schemeClr>
              </a:solidFill>
              <a:latin typeface="Avenir Next LT Pro"/>
              <a:cs typeface="Times New Roman"/>
            </a:endParaRPr>
          </a:p>
        </p:txBody>
      </p:sp>
      <p:pic>
        <p:nvPicPr>
          <p:cNvPr id="5" name="Picture 4">
            <a:extLst>
              <a:ext uri="{FF2B5EF4-FFF2-40B4-BE49-F238E27FC236}">
                <a16:creationId xmlns:a16="http://schemas.microsoft.com/office/drawing/2014/main" id="{A19EBFE5-C89C-EDA4-AC29-00EA05F60588}"/>
              </a:ext>
            </a:extLst>
          </p:cNvPr>
          <p:cNvPicPr>
            <a:picLocks noChangeAspect="1"/>
          </p:cNvPicPr>
          <p:nvPr/>
        </p:nvPicPr>
        <p:blipFill>
          <a:blip r:embed="rId3"/>
          <a:stretch>
            <a:fillRect/>
          </a:stretch>
        </p:blipFill>
        <p:spPr>
          <a:xfrm>
            <a:off x="1177002" y="3735273"/>
            <a:ext cx="4549035" cy="285926"/>
          </a:xfrm>
          <a:prstGeom prst="rect">
            <a:avLst/>
          </a:prstGeom>
        </p:spPr>
      </p:pic>
      <p:pic>
        <p:nvPicPr>
          <p:cNvPr id="7" name="Picture 6">
            <a:extLst>
              <a:ext uri="{FF2B5EF4-FFF2-40B4-BE49-F238E27FC236}">
                <a16:creationId xmlns:a16="http://schemas.microsoft.com/office/drawing/2014/main" id="{3B52EE71-1895-E101-F00D-208CC1ABDFF5}"/>
              </a:ext>
            </a:extLst>
          </p:cNvPr>
          <p:cNvPicPr>
            <a:picLocks noChangeAspect="1"/>
          </p:cNvPicPr>
          <p:nvPr/>
        </p:nvPicPr>
        <p:blipFill>
          <a:blip r:embed="rId4"/>
          <a:stretch>
            <a:fillRect/>
          </a:stretch>
        </p:blipFill>
        <p:spPr>
          <a:xfrm>
            <a:off x="7735720" y="3373436"/>
            <a:ext cx="4119292" cy="3086591"/>
          </a:xfrm>
          <a:prstGeom prst="rect">
            <a:avLst/>
          </a:prstGeom>
        </p:spPr>
      </p:pic>
      <p:pic>
        <p:nvPicPr>
          <p:cNvPr id="8" name="Picture 7" descr="Reading Clipart Images | Free Photos, PNG Stickers, Wallpapers &amp;  Backgrounds - rawpixel">
            <a:extLst>
              <a:ext uri="{FF2B5EF4-FFF2-40B4-BE49-F238E27FC236}">
                <a16:creationId xmlns:a16="http://schemas.microsoft.com/office/drawing/2014/main" id="{4E3AAC09-2506-2B4B-7EAB-4510427E5D0F}"/>
              </a:ext>
            </a:extLst>
          </p:cNvPr>
          <p:cNvPicPr>
            <a:picLocks noChangeAspect="1"/>
          </p:cNvPicPr>
          <p:nvPr/>
        </p:nvPicPr>
        <p:blipFill>
          <a:blip r:embed="rId5"/>
          <a:stretch>
            <a:fillRect/>
          </a:stretch>
        </p:blipFill>
        <p:spPr>
          <a:xfrm>
            <a:off x="256212" y="5109735"/>
            <a:ext cx="1612900" cy="1080298"/>
          </a:xfrm>
          <a:prstGeom prst="rect">
            <a:avLst/>
          </a:prstGeom>
        </p:spPr>
      </p:pic>
      <p:pic>
        <p:nvPicPr>
          <p:cNvPr id="10" name="Picture 9" descr="Computer Clipart Images | Free Download | PNG Transparent Background -  Pngtree">
            <a:extLst>
              <a:ext uri="{FF2B5EF4-FFF2-40B4-BE49-F238E27FC236}">
                <a16:creationId xmlns:a16="http://schemas.microsoft.com/office/drawing/2014/main" id="{00A38EBC-A2A3-4448-DFB7-052798D5E261}"/>
              </a:ext>
            </a:extLst>
          </p:cNvPr>
          <p:cNvPicPr>
            <a:picLocks noChangeAspect="1"/>
          </p:cNvPicPr>
          <p:nvPr/>
        </p:nvPicPr>
        <p:blipFill>
          <a:blip r:embed="rId6"/>
          <a:stretch>
            <a:fillRect/>
          </a:stretch>
        </p:blipFill>
        <p:spPr>
          <a:xfrm>
            <a:off x="4190925" y="5049851"/>
            <a:ext cx="1173844" cy="1191987"/>
          </a:xfrm>
          <a:prstGeom prst="rect">
            <a:avLst/>
          </a:prstGeom>
        </p:spPr>
      </p:pic>
      <p:pic>
        <p:nvPicPr>
          <p:cNvPr id="12" name="Picture 11" descr="School desk clipart. Study corner student desk with stack of books, pencil  pot and lamp flat vector illustration clipart cartoon style hand drawn.  Students, classroom, school supplies, back to school 26587052 Vector">
            <a:extLst>
              <a:ext uri="{FF2B5EF4-FFF2-40B4-BE49-F238E27FC236}">
                <a16:creationId xmlns:a16="http://schemas.microsoft.com/office/drawing/2014/main" id="{7F51DC2A-08E2-B0C2-E8EC-4735FEE07956}"/>
              </a:ext>
            </a:extLst>
          </p:cNvPr>
          <p:cNvPicPr>
            <a:picLocks noChangeAspect="1"/>
          </p:cNvPicPr>
          <p:nvPr/>
        </p:nvPicPr>
        <p:blipFill>
          <a:blip r:embed="rId7"/>
          <a:stretch>
            <a:fillRect/>
          </a:stretch>
        </p:blipFill>
        <p:spPr>
          <a:xfrm>
            <a:off x="2167500" y="5159914"/>
            <a:ext cx="1618340" cy="965898"/>
          </a:xfrm>
          <a:prstGeom prst="rect">
            <a:avLst/>
          </a:prstGeom>
        </p:spPr>
      </p:pic>
      <p:pic>
        <p:nvPicPr>
          <p:cNvPr id="14" name="Picture 13" descr="Old Tv Set Vector Illustration Stock Illustration - Download Image Now -  Television Set, Television Industry, Old - iStock">
            <a:extLst>
              <a:ext uri="{FF2B5EF4-FFF2-40B4-BE49-F238E27FC236}">
                <a16:creationId xmlns:a16="http://schemas.microsoft.com/office/drawing/2014/main" id="{A8F66854-5DF9-67EF-A027-CD647CB90B16}"/>
              </a:ext>
            </a:extLst>
          </p:cNvPr>
          <p:cNvPicPr>
            <a:picLocks noChangeAspect="1"/>
          </p:cNvPicPr>
          <p:nvPr/>
        </p:nvPicPr>
        <p:blipFill>
          <a:blip r:embed="rId8"/>
          <a:stretch>
            <a:fillRect/>
          </a:stretch>
        </p:blipFill>
        <p:spPr>
          <a:xfrm>
            <a:off x="5768612" y="5096829"/>
            <a:ext cx="1036768" cy="1026330"/>
          </a:xfrm>
          <a:prstGeom prst="rect">
            <a:avLst/>
          </a:prstGeom>
        </p:spPr>
      </p:pic>
    </p:spTree>
    <p:extLst>
      <p:ext uri="{BB962C8B-B14F-4D97-AF65-F5344CB8AC3E}">
        <p14:creationId xmlns:p14="http://schemas.microsoft.com/office/powerpoint/2010/main" val="237598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49938-EE81-CC87-3CF5-5C55A4B27F94}"/>
              </a:ext>
            </a:extLst>
          </p:cNvPr>
          <p:cNvSpPr>
            <a:spLocks noGrp="1"/>
          </p:cNvSpPr>
          <p:nvPr>
            <p:ph type="title"/>
          </p:nvPr>
        </p:nvSpPr>
        <p:spPr/>
        <p:txBody>
          <a:bodyPr/>
          <a:lstStyle/>
          <a:p>
            <a:r>
              <a:rPr lang="en-US"/>
              <a:t>Variables: MOMMY and DADMY</a:t>
            </a:r>
          </a:p>
        </p:txBody>
      </p:sp>
      <p:sp>
        <p:nvSpPr>
          <p:cNvPr id="5" name="Content Placeholder 4">
            <a:extLst>
              <a:ext uri="{FF2B5EF4-FFF2-40B4-BE49-F238E27FC236}">
                <a16:creationId xmlns:a16="http://schemas.microsoft.com/office/drawing/2014/main" id="{A40DC2EA-B26C-922D-6E3D-43BEAE19C9E8}"/>
              </a:ext>
            </a:extLst>
          </p:cNvPr>
          <p:cNvSpPr>
            <a:spLocks noGrp="1"/>
          </p:cNvSpPr>
          <p:nvPr>
            <p:ph idx="1"/>
          </p:nvPr>
        </p:nvSpPr>
        <p:spPr/>
        <p:txBody>
          <a:bodyPr vert="horz" lIns="91440" tIns="45720" rIns="91440" bIns="45720" rtlCol="0" anchor="t">
            <a:noAutofit/>
          </a:bodyPr>
          <a:lstStyle/>
          <a:p>
            <a:pPr marL="359410" indent="-359410"/>
            <a:r>
              <a:rPr lang="en-US">
                <a:solidFill>
                  <a:schemeClr val="tx1">
                    <a:lumMod val="95000"/>
                    <a:lumOff val="5000"/>
                  </a:schemeClr>
                </a:solidFill>
                <a:latin typeface="Avenir Next LT Pro"/>
                <a:cs typeface="Times New Roman"/>
              </a:rPr>
              <a:t>The MOMMY and DADMY variable represent the subject's parents.</a:t>
            </a:r>
          </a:p>
          <a:p>
            <a:pPr marL="359410" indent="-359410"/>
            <a:r>
              <a:rPr lang="en-US">
                <a:solidFill>
                  <a:schemeClr val="tx1">
                    <a:lumMod val="95000"/>
                    <a:lumOff val="5000"/>
                  </a:schemeClr>
                </a:solidFill>
                <a:latin typeface="Avenir Next LT Pro"/>
                <a:cs typeface="Times New Roman"/>
              </a:rPr>
              <a:t>The MOMMY variable tells us whether or not the subject's mother was myopic.</a:t>
            </a:r>
          </a:p>
          <a:p>
            <a:pPr marL="359410" indent="-359410"/>
            <a:r>
              <a:rPr lang="en-US">
                <a:solidFill>
                  <a:schemeClr val="tx1">
                    <a:lumMod val="95000"/>
                    <a:lumOff val="5000"/>
                  </a:schemeClr>
                </a:solidFill>
                <a:latin typeface="Avenir Next LT Pro"/>
                <a:cs typeface="Arial"/>
              </a:rPr>
              <a:t>The DADMY variable tells us whether or not the subject's father was myopic.</a:t>
            </a:r>
          </a:p>
          <a:p>
            <a:pPr marL="359410" indent="-359410"/>
            <a:r>
              <a:rPr lang="en-US">
                <a:solidFill>
                  <a:schemeClr val="tx1">
                    <a:lumMod val="95000"/>
                    <a:lumOff val="5000"/>
                  </a:schemeClr>
                </a:solidFill>
                <a:latin typeface="Avenir Next LT Pro"/>
                <a:cs typeface="Arial"/>
              </a:rPr>
              <a:t>0=No the Mom or Dad was not Myopic</a:t>
            </a:r>
          </a:p>
          <a:p>
            <a:pPr marL="359410" indent="-359410"/>
            <a:r>
              <a:rPr lang="en-US">
                <a:solidFill>
                  <a:schemeClr val="tx1">
                    <a:lumMod val="95000"/>
                    <a:lumOff val="5000"/>
                  </a:schemeClr>
                </a:solidFill>
                <a:latin typeface="Avenir Next LT Pro"/>
                <a:cs typeface="Arial"/>
              </a:rPr>
              <a:t>1=Yes the Mom or Dad was Myopic</a:t>
            </a:r>
          </a:p>
          <a:p>
            <a:pPr marL="359410" indent="-359410"/>
            <a:endParaRPr lang="en-US">
              <a:solidFill>
                <a:srgbClr val="000000">
                  <a:alpha val="60000"/>
                </a:srgbClr>
              </a:solidFill>
            </a:endParaRPr>
          </a:p>
        </p:txBody>
      </p:sp>
      <p:pic>
        <p:nvPicPr>
          <p:cNvPr id="7" name="Content Placeholder 5" descr="A screenshot of a computer&#10;&#10;Description automatically generated">
            <a:extLst>
              <a:ext uri="{FF2B5EF4-FFF2-40B4-BE49-F238E27FC236}">
                <a16:creationId xmlns:a16="http://schemas.microsoft.com/office/drawing/2014/main" id="{DF3CBFE2-4F0D-23F3-98BA-133627829715}"/>
              </a:ext>
            </a:extLst>
          </p:cNvPr>
          <p:cNvPicPr>
            <a:picLocks noChangeAspect="1"/>
          </p:cNvPicPr>
          <p:nvPr/>
        </p:nvPicPr>
        <p:blipFill>
          <a:blip r:embed="rId2"/>
          <a:stretch>
            <a:fillRect/>
          </a:stretch>
        </p:blipFill>
        <p:spPr>
          <a:xfrm>
            <a:off x="7047265" y="3639305"/>
            <a:ext cx="3873744" cy="2276475"/>
          </a:xfrm>
          <a:prstGeom prst="rect">
            <a:avLst/>
          </a:prstGeom>
        </p:spPr>
      </p:pic>
      <p:pic>
        <p:nvPicPr>
          <p:cNvPr id="3" name="Picture 2" descr="Miss Rabbit, muddy Puddles, george Pig, mummy Pig, daddy Pig, peppa Pig,  pig Like Mammal, pig, animated Film, television Show | Anyrgb">
            <a:extLst>
              <a:ext uri="{FF2B5EF4-FFF2-40B4-BE49-F238E27FC236}">
                <a16:creationId xmlns:a16="http://schemas.microsoft.com/office/drawing/2014/main" id="{C8DFC403-C371-9934-190F-A848600D8371}"/>
              </a:ext>
            </a:extLst>
          </p:cNvPr>
          <p:cNvPicPr>
            <a:picLocks noChangeAspect="1"/>
          </p:cNvPicPr>
          <p:nvPr/>
        </p:nvPicPr>
        <p:blipFill>
          <a:blip r:embed="rId3"/>
          <a:stretch>
            <a:fillRect/>
          </a:stretch>
        </p:blipFill>
        <p:spPr>
          <a:xfrm>
            <a:off x="1776185" y="5141685"/>
            <a:ext cx="1636486" cy="1618344"/>
          </a:xfrm>
          <a:prstGeom prst="rect">
            <a:avLst/>
          </a:prstGeom>
        </p:spPr>
      </p:pic>
      <p:pic>
        <p:nvPicPr>
          <p:cNvPr id="6" name="Picture 5" descr="Daddy Pig Mummy Pig Television show - pig png download - 580*734 - Free  Transparent Pig png Download. - Clip Art Library">
            <a:extLst>
              <a:ext uri="{FF2B5EF4-FFF2-40B4-BE49-F238E27FC236}">
                <a16:creationId xmlns:a16="http://schemas.microsoft.com/office/drawing/2014/main" id="{40E6BBAD-008F-8948-ED13-C35098BB2983}"/>
              </a:ext>
            </a:extLst>
          </p:cNvPr>
          <p:cNvPicPr>
            <a:picLocks noChangeAspect="1"/>
          </p:cNvPicPr>
          <p:nvPr/>
        </p:nvPicPr>
        <p:blipFill>
          <a:blip r:embed="rId4"/>
          <a:stretch>
            <a:fillRect/>
          </a:stretch>
        </p:blipFill>
        <p:spPr>
          <a:xfrm>
            <a:off x="660399" y="5176644"/>
            <a:ext cx="1119415" cy="1421425"/>
          </a:xfrm>
          <a:prstGeom prst="rect">
            <a:avLst/>
          </a:prstGeom>
        </p:spPr>
      </p:pic>
    </p:spTree>
    <p:extLst>
      <p:ext uri="{BB962C8B-B14F-4D97-AF65-F5344CB8AC3E}">
        <p14:creationId xmlns:p14="http://schemas.microsoft.com/office/powerpoint/2010/main" val="2038514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5721A-0E0E-9EF7-05CD-9408FA459FF0}"/>
              </a:ext>
            </a:extLst>
          </p:cNvPr>
          <p:cNvSpPr>
            <a:spLocks noGrp="1"/>
          </p:cNvSpPr>
          <p:nvPr>
            <p:ph type="title"/>
          </p:nvPr>
        </p:nvSpPr>
        <p:spPr>
          <a:xfrm>
            <a:off x="752562" y="137857"/>
            <a:ext cx="9873390" cy="978972"/>
          </a:xfrm>
        </p:spPr>
        <p:txBody>
          <a:bodyPr/>
          <a:lstStyle/>
          <a:p>
            <a:r>
              <a:rPr lang="en-US"/>
              <a:t>Full Model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E242274-165A-16E7-7DA7-81AF5F350271}"/>
                  </a:ext>
                </a:extLst>
              </p:cNvPr>
              <p:cNvSpPr txBox="1"/>
              <p:nvPr/>
            </p:nvSpPr>
            <p:spPr>
              <a:xfrm>
                <a:off x="267732" y="1291882"/>
                <a:ext cx="12191998" cy="2193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𝜋</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𝑥</m:t>
                          </m:r>
                        </m:e>
                      </m:d>
                      <m:r>
                        <a:rPr lang="en-US" sz="1600" b="0" i="1" smtClean="0">
                          <a:latin typeface="Cambria Math" panose="02040503050406030204" pitchFamily="18" charset="0"/>
                          <a:ea typeface="Cambria Math" panose="02040503050406030204" pitchFamily="18" charset="0"/>
                        </a:rPr>
                        <m:t>=</m:t>
                      </m:r>
                    </m:oMath>
                  </m:oMathPara>
                </a14:m>
                <a:endParaRPr lang="en-US" sz="1600"/>
              </a:p>
              <a:p>
                <a:pPr/>
                <a14:m>
                  <m:oMathPara xmlns:m="http://schemas.openxmlformats.org/officeDocument/2006/math">
                    <m:oMathParaPr>
                      <m:jc m:val="centerGroup"/>
                    </m:oMathParaPr>
                    <m:oMath xmlns:m="http://schemas.openxmlformats.org/officeDocument/2006/math">
                      <m:f>
                        <m:fPr>
                          <m:ctrlPr>
                            <a:rPr lang="en-US" sz="1500" i="1" smtClean="0">
                              <a:latin typeface="Cambria Math" panose="02040503050406030204" pitchFamily="18" charset="0"/>
                            </a:rPr>
                          </m:ctrlPr>
                        </m:fPr>
                        <m:num>
                          <m:sSup>
                            <m:sSupPr>
                              <m:ctrlPr>
                                <a:rPr lang="en-US" sz="1500" i="1">
                                  <a:latin typeface="Cambria Math" panose="02040503050406030204" pitchFamily="18" charset="0"/>
                                  <a:ea typeface="Cambria Math" panose="02040503050406030204" pitchFamily="18" charset="0"/>
                                </a:rPr>
                              </m:ctrlPr>
                            </m:sSupPr>
                            <m:e>
                              <m:r>
                                <a:rPr lang="en-US" sz="1500" i="1">
                                  <a:latin typeface="Cambria Math" panose="02040503050406030204" pitchFamily="18" charset="0"/>
                                  <a:ea typeface="Cambria Math" panose="02040503050406030204" pitchFamily="18" charset="0"/>
                                </a:rPr>
                                <m:t>𝑒</m:t>
                              </m:r>
                            </m:e>
                            <m:sup>
                              <m:r>
                                <a:rPr lang="en-US" sz="1500" i="1">
                                  <a:latin typeface="Cambria Math" panose="02040503050406030204" pitchFamily="18" charset="0"/>
                                  <a:ea typeface="Cambria Math" panose="02040503050406030204" pitchFamily="18" charset="0"/>
                                </a:rPr>
                                <m:t>−4.4415+0.0388</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4</m:t>
                                  </m:r>
                                </m:sub>
                              </m:sSub>
                              <m:r>
                                <a:rPr lang="en-US" sz="1500" i="1">
                                  <a:latin typeface="Cambria Math" panose="02040503050406030204" pitchFamily="18" charset="0"/>
                                  <a:ea typeface="Cambria Math" panose="02040503050406030204" pitchFamily="18" charset="0"/>
                                </a:rPr>
                                <m:t>−0.6172</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5</m:t>
                                  </m:r>
                                </m:sub>
                              </m:sSub>
                              <m:r>
                                <a:rPr lang="en-US" sz="1500" i="1">
                                  <a:latin typeface="Cambria Math" panose="02040503050406030204" pitchFamily="18" charset="0"/>
                                  <a:ea typeface="Cambria Math" panose="02040503050406030204" pitchFamily="18" charset="0"/>
                                </a:rPr>
                                <m:t>+4.1051</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6</m:t>
                                  </m:r>
                                </m:sub>
                              </m:sSub>
                              <m:r>
                                <a:rPr lang="en-US" sz="1500" i="1">
                                  <a:latin typeface="Cambria Math" panose="02040503050406030204" pitchFamily="18" charset="0"/>
                                  <a:ea typeface="Cambria Math" panose="02040503050406030204" pitchFamily="18" charset="0"/>
                                </a:rPr>
                                <m:t>+30.4773</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7</m:t>
                                  </m:r>
                                </m:sub>
                              </m:sSub>
                              <m:r>
                                <a:rPr lang="en-US" sz="1500" i="1">
                                  <a:latin typeface="Cambria Math" panose="02040503050406030204" pitchFamily="18" charset="0"/>
                                  <a:ea typeface="Cambria Math" panose="02040503050406030204" pitchFamily="18" charset="0"/>
                                </a:rPr>
                                <m:t>−31.6218</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8</m:t>
                                  </m:r>
                                </m:sub>
                              </m:sSub>
                              <m:r>
                                <a:rPr lang="en-US" sz="1500" i="1">
                                  <a:latin typeface="Cambria Math" panose="02040503050406030204" pitchFamily="18" charset="0"/>
                                  <a:ea typeface="Cambria Math" panose="02040503050406030204" pitchFamily="18" charset="0"/>
                                </a:rPr>
                                <m:t>−29.6168</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9</m:t>
                                  </m:r>
                                </m:sub>
                              </m:sSub>
                              <m:r>
                                <a:rPr lang="en-US" sz="1500" i="1">
                                  <a:latin typeface="Cambria Math" panose="02040503050406030204" pitchFamily="18" charset="0"/>
                                  <a:ea typeface="Cambria Math" panose="02040503050406030204" pitchFamily="18" charset="0"/>
                                </a:rPr>
                                <m:t>−30.1044</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10</m:t>
                                  </m:r>
                                </m:sub>
                              </m:sSub>
                              <m:r>
                                <a:rPr lang="en-US" sz="1500" i="1">
                                  <a:latin typeface="Cambria Math" panose="02040503050406030204" pitchFamily="18" charset="0"/>
                                  <a:ea typeface="Cambria Math" panose="02040503050406030204" pitchFamily="18" charset="0"/>
                                </a:rPr>
                                <m:t>+0.0511</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11</m:t>
                                  </m:r>
                                </m:sub>
                              </m:sSub>
                              <m:r>
                                <a:rPr lang="en-US" sz="1500" i="1">
                                  <a:latin typeface="Cambria Math" panose="02040503050406030204" pitchFamily="18" charset="0"/>
                                  <a:ea typeface="Cambria Math" panose="02040503050406030204" pitchFamily="18" charset="0"/>
                                </a:rPr>
                                <m:t>−0.0795</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12</m:t>
                                  </m:r>
                                </m:sub>
                              </m:sSub>
                              <m:r>
                                <a:rPr lang="en-US" sz="1500" i="1">
                                  <a:latin typeface="Cambria Math" panose="02040503050406030204" pitchFamily="18" charset="0"/>
                                  <a:ea typeface="Cambria Math" panose="02040503050406030204" pitchFamily="18" charset="0"/>
                                </a:rPr>
                                <m:t>−0.0425</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13</m:t>
                                  </m:r>
                                </m:sub>
                              </m:sSub>
                              <m:r>
                                <a:rPr lang="en-US" sz="1500" i="1">
                                  <a:latin typeface="Cambria Math" panose="02040503050406030204" pitchFamily="18" charset="0"/>
                                  <a:ea typeface="Cambria Math" panose="02040503050406030204" pitchFamily="18" charset="0"/>
                                </a:rPr>
                                <m:t>+0.1734</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14</m:t>
                                  </m:r>
                                </m:sub>
                              </m:sSub>
                              <m:r>
                                <a:rPr lang="en-US" sz="1500" i="1">
                                  <a:latin typeface="Cambria Math" panose="02040503050406030204" pitchFamily="18" charset="0"/>
                                  <a:ea typeface="Cambria Math" panose="02040503050406030204" pitchFamily="18" charset="0"/>
                                </a:rPr>
                                <m:t>+0.0155</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15</m:t>
                                  </m:r>
                                </m:sub>
                              </m:sSub>
                              <m:r>
                                <a:rPr lang="en-US" sz="1500" i="1">
                                  <a:latin typeface="Cambria Math" panose="02040503050406030204" pitchFamily="18" charset="0"/>
                                  <a:ea typeface="Cambria Math" panose="02040503050406030204" pitchFamily="18" charset="0"/>
                                </a:rPr>
                                <m:t>−0.7146</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17</m:t>
                                  </m:r>
                                </m:sub>
                              </m:sSub>
                              <m:r>
                                <a:rPr lang="en-US" sz="1500" i="1">
                                  <a:latin typeface="Cambria Math" panose="02040503050406030204" pitchFamily="18" charset="0"/>
                                  <a:ea typeface="Cambria Math" panose="02040503050406030204" pitchFamily="18" charset="0"/>
                                </a:rPr>
                                <m:t>−0.7771</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18</m:t>
                                  </m:r>
                                </m:sub>
                              </m:sSub>
                            </m:sup>
                          </m:sSup>
                        </m:num>
                        <m:den>
                          <m:r>
                            <a:rPr lang="en-US" sz="1500" b="0" i="1" smtClean="0">
                              <a:latin typeface="Cambria Math" panose="02040503050406030204" pitchFamily="18" charset="0"/>
                            </a:rPr>
                            <m:t>1+</m:t>
                          </m:r>
                          <m:sSup>
                            <m:sSupPr>
                              <m:ctrlPr>
                                <a:rPr lang="en-US" sz="1500" i="1">
                                  <a:latin typeface="Cambria Math" panose="02040503050406030204" pitchFamily="18" charset="0"/>
                                  <a:ea typeface="Cambria Math" panose="02040503050406030204" pitchFamily="18" charset="0"/>
                                </a:rPr>
                              </m:ctrlPr>
                            </m:sSupPr>
                            <m:e>
                              <m:r>
                                <a:rPr lang="en-US" sz="1500" i="1">
                                  <a:latin typeface="Cambria Math" panose="02040503050406030204" pitchFamily="18" charset="0"/>
                                  <a:ea typeface="Cambria Math" panose="02040503050406030204" pitchFamily="18" charset="0"/>
                                </a:rPr>
                                <m:t>𝑒</m:t>
                              </m:r>
                            </m:e>
                            <m:sup>
                              <m:r>
                                <a:rPr lang="en-US" sz="1500" i="1">
                                  <a:latin typeface="Cambria Math" panose="02040503050406030204" pitchFamily="18" charset="0"/>
                                  <a:ea typeface="Cambria Math" panose="02040503050406030204" pitchFamily="18" charset="0"/>
                                </a:rPr>
                                <m:t>−4.4415+0.0388</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4</m:t>
                                  </m:r>
                                </m:sub>
                              </m:sSub>
                              <m:r>
                                <a:rPr lang="en-US" sz="1500" i="1">
                                  <a:latin typeface="Cambria Math" panose="02040503050406030204" pitchFamily="18" charset="0"/>
                                  <a:ea typeface="Cambria Math" panose="02040503050406030204" pitchFamily="18" charset="0"/>
                                </a:rPr>
                                <m:t>−0.6172</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5</m:t>
                                  </m:r>
                                </m:sub>
                              </m:sSub>
                              <m:r>
                                <a:rPr lang="en-US" sz="1500" i="1">
                                  <a:latin typeface="Cambria Math" panose="02040503050406030204" pitchFamily="18" charset="0"/>
                                  <a:ea typeface="Cambria Math" panose="02040503050406030204" pitchFamily="18" charset="0"/>
                                </a:rPr>
                                <m:t>+4.1051</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6</m:t>
                                  </m:r>
                                </m:sub>
                              </m:sSub>
                              <m:r>
                                <a:rPr lang="en-US" sz="1500" i="1">
                                  <a:latin typeface="Cambria Math" panose="02040503050406030204" pitchFamily="18" charset="0"/>
                                  <a:ea typeface="Cambria Math" panose="02040503050406030204" pitchFamily="18" charset="0"/>
                                </a:rPr>
                                <m:t>+30.4773</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7</m:t>
                                  </m:r>
                                </m:sub>
                              </m:sSub>
                              <m:r>
                                <a:rPr lang="en-US" sz="1500" i="1">
                                  <a:latin typeface="Cambria Math" panose="02040503050406030204" pitchFamily="18" charset="0"/>
                                  <a:ea typeface="Cambria Math" panose="02040503050406030204" pitchFamily="18" charset="0"/>
                                </a:rPr>
                                <m:t>−31.6218</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8</m:t>
                                  </m:r>
                                </m:sub>
                              </m:sSub>
                              <m:r>
                                <a:rPr lang="en-US" sz="1500" i="1">
                                  <a:latin typeface="Cambria Math" panose="02040503050406030204" pitchFamily="18" charset="0"/>
                                  <a:ea typeface="Cambria Math" panose="02040503050406030204" pitchFamily="18" charset="0"/>
                                </a:rPr>
                                <m:t>−29.6168</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9</m:t>
                                  </m:r>
                                </m:sub>
                              </m:sSub>
                              <m:r>
                                <a:rPr lang="en-US" sz="1500" i="1">
                                  <a:latin typeface="Cambria Math" panose="02040503050406030204" pitchFamily="18" charset="0"/>
                                  <a:ea typeface="Cambria Math" panose="02040503050406030204" pitchFamily="18" charset="0"/>
                                </a:rPr>
                                <m:t>−30.1044</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10</m:t>
                                  </m:r>
                                </m:sub>
                              </m:sSub>
                              <m:r>
                                <a:rPr lang="en-US" sz="1500" i="1">
                                  <a:latin typeface="Cambria Math" panose="02040503050406030204" pitchFamily="18" charset="0"/>
                                  <a:ea typeface="Cambria Math" panose="02040503050406030204" pitchFamily="18" charset="0"/>
                                </a:rPr>
                                <m:t>+0.0511</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11</m:t>
                                  </m:r>
                                </m:sub>
                              </m:sSub>
                              <m:r>
                                <a:rPr lang="en-US" sz="1500" i="1">
                                  <a:latin typeface="Cambria Math" panose="02040503050406030204" pitchFamily="18" charset="0"/>
                                  <a:ea typeface="Cambria Math" panose="02040503050406030204" pitchFamily="18" charset="0"/>
                                </a:rPr>
                                <m:t>−0.0795</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12</m:t>
                                  </m:r>
                                </m:sub>
                              </m:sSub>
                              <m:r>
                                <a:rPr lang="en-US" sz="1500" i="1">
                                  <a:latin typeface="Cambria Math" panose="02040503050406030204" pitchFamily="18" charset="0"/>
                                  <a:ea typeface="Cambria Math" panose="02040503050406030204" pitchFamily="18" charset="0"/>
                                </a:rPr>
                                <m:t>−0.0425</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13</m:t>
                                  </m:r>
                                </m:sub>
                              </m:sSub>
                              <m:r>
                                <a:rPr lang="en-US" sz="1500" i="1">
                                  <a:latin typeface="Cambria Math" panose="02040503050406030204" pitchFamily="18" charset="0"/>
                                  <a:ea typeface="Cambria Math" panose="02040503050406030204" pitchFamily="18" charset="0"/>
                                </a:rPr>
                                <m:t>+0.1734</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14</m:t>
                                  </m:r>
                                </m:sub>
                              </m:sSub>
                              <m:r>
                                <a:rPr lang="en-US" sz="1500" i="1">
                                  <a:latin typeface="Cambria Math" panose="02040503050406030204" pitchFamily="18" charset="0"/>
                                  <a:ea typeface="Cambria Math" panose="02040503050406030204" pitchFamily="18" charset="0"/>
                                </a:rPr>
                                <m:t>+0.0155</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15</m:t>
                                  </m:r>
                                </m:sub>
                              </m:sSub>
                              <m:r>
                                <a:rPr lang="en-US" sz="1500" i="1">
                                  <a:latin typeface="Cambria Math" panose="02040503050406030204" pitchFamily="18" charset="0"/>
                                  <a:ea typeface="Cambria Math" panose="02040503050406030204" pitchFamily="18" charset="0"/>
                                </a:rPr>
                                <m:t>−0.7146</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17</m:t>
                                  </m:r>
                                </m:sub>
                              </m:sSub>
                              <m:r>
                                <a:rPr lang="en-US" sz="1500" i="1">
                                  <a:latin typeface="Cambria Math" panose="02040503050406030204" pitchFamily="18" charset="0"/>
                                  <a:ea typeface="Cambria Math" panose="02040503050406030204" pitchFamily="18" charset="0"/>
                                </a:rPr>
                                <m:t>−0.7771</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𝑥</m:t>
                                  </m:r>
                                </m:e>
                                <m:sub>
                                  <m:r>
                                    <a:rPr lang="en-US" sz="1500" i="1">
                                      <a:latin typeface="Cambria Math" panose="02040503050406030204" pitchFamily="18" charset="0"/>
                                      <a:ea typeface="Cambria Math" panose="02040503050406030204" pitchFamily="18" charset="0"/>
                                    </a:rPr>
                                    <m:t>18</m:t>
                                  </m:r>
                                </m:sub>
                              </m:sSub>
                            </m:sup>
                          </m:sSup>
                        </m:den>
                      </m:f>
                    </m:oMath>
                  </m:oMathPara>
                </a14:m>
                <a:endParaRPr lang="en-US" sz="1500"/>
              </a:p>
              <a:p>
                <a:endParaRPr lang="en-US"/>
              </a:p>
              <a:p>
                <a:endParaRPr lang="en-US"/>
              </a:p>
              <a:p>
                <a:endParaRPr lang="en-US"/>
              </a:p>
              <a:p>
                <a:endParaRPr lang="en-US"/>
              </a:p>
              <a:p>
                <a:endParaRPr lang="en-US"/>
              </a:p>
            </p:txBody>
          </p:sp>
        </mc:Choice>
        <mc:Fallback xmlns="">
          <p:sp>
            <p:nvSpPr>
              <p:cNvPr id="4" name="TextBox 3">
                <a:extLst>
                  <a:ext uri="{FF2B5EF4-FFF2-40B4-BE49-F238E27FC236}">
                    <a16:creationId xmlns:a16="http://schemas.microsoft.com/office/drawing/2014/main" id="{1E242274-165A-16E7-7DA7-81AF5F350271}"/>
                  </a:ext>
                </a:extLst>
              </p:cNvPr>
              <p:cNvSpPr txBox="1">
                <a:spLocks noRot="1" noChangeAspect="1" noMove="1" noResize="1" noEditPoints="1" noAdjustHandles="1" noChangeArrowheads="1" noChangeShapeType="1" noTextEdit="1"/>
              </p:cNvSpPr>
              <p:nvPr/>
            </p:nvSpPr>
            <p:spPr>
              <a:xfrm>
                <a:off x="267732" y="1291882"/>
                <a:ext cx="12191998" cy="2193870"/>
              </a:xfrm>
              <a:prstGeom prst="rect">
                <a:avLst/>
              </a:prstGeom>
              <a:blipFill>
                <a:blip r:embed="rId2"/>
                <a:stretch>
                  <a:fillRect/>
                </a:stretch>
              </a:blipFill>
            </p:spPr>
            <p:txBody>
              <a:bodyPr/>
              <a:lstStyle/>
              <a:p>
                <a:r>
                  <a:rPr lang="en-US">
                    <a:noFill/>
                  </a:rPr>
                  <a:t> </a:t>
                </a:r>
              </a:p>
            </p:txBody>
          </p:sp>
        </mc:Fallback>
      </mc:AlternateContent>
      <p:graphicFrame>
        <p:nvGraphicFramePr>
          <p:cNvPr id="10" name="Table 10">
            <a:extLst>
              <a:ext uri="{FF2B5EF4-FFF2-40B4-BE49-F238E27FC236}">
                <a16:creationId xmlns:a16="http://schemas.microsoft.com/office/drawing/2014/main" id="{F55E25DC-07AB-E4A7-DFDD-88830C89A2EA}"/>
              </a:ext>
            </a:extLst>
          </p:cNvPr>
          <p:cNvGraphicFramePr>
            <a:graphicFrameLocks noGrp="1"/>
          </p:cNvGraphicFramePr>
          <p:nvPr>
            <p:extLst>
              <p:ext uri="{D42A27DB-BD31-4B8C-83A1-F6EECF244321}">
                <p14:modId xmlns:p14="http://schemas.microsoft.com/office/powerpoint/2010/main" val="1377269046"/>
              </p:ext>
            </p:extLst>
          </p:nvPr>
        </p:nvGraphicFramePr>
        <p:xfrm>
          <a:off x="2986999" y="2743200"/>
          <a:ext cx="5553628" cy="4114800"/>
        </p:xfrm>
        <a:graphic>
          <a:graphicData uri="http://schemas.openxmlformats.org/drawingml/2006/table">
            <a:tbl>
              <a:tblPr firstRow="1" bandRow="1">
                <a:tableStyleId>{5940675A-B579-460E-94D1-54222C63F5DA}</a:tableStyleId>
              </a:tblPr>
              <a:tblGrid>
                <a:gridCol w="2776814">
                  <a:extLst>
                    <a:ext uri="{9D8B030D-6E8A-4147-A177-3AD203B41FA5}">
                      <a16:colId xmlns:a16="http://schemas.microsoft.com/office/drawing/2014/main" val="4087018889"/>
                    </a:ext>
                  </a:extLst>
                </a:gridCol>
                <a:gridCol w="2776814">
                  <a:extLst>
                    <a:ext uri="{9D8B030D-6E8A-4147-A177-3AD203B41FA5}">
                      <a16:colId xmlns:a16="http://schemas.microsoft.com/office/drawing/2014/main" val="184664884"/>
                    </a:ext>
                  </a:extLst>
                </a:gridCol>
              </a:tblGrid>
              <a:tr h="243031">
                <a:tc>
                  <a:txBody>
                    <a:bodyPr/>
                    <a:lstStyle/>
                    <a:p>
                      <a:r>
                        <a:rPr lang="en-US" sz="1200"/>
                        <a:t>X value</a:t>
                      </a:r>
                    </a:p>
                  </a:txBody>
                  <a:tcPr/>
                </a:tc>
                <a:tc>
                  <a:txBody>
                    <a:bodyPr/>
                    <a:lstStyle/>
                    <a:p>
                      <a:r>
                        <a:rPr lang="en-US" sz="1200"/>
                        <a:t>Parameter Name</a:t>
                      </a:r>
                    </a:p>
                  </a:txBody>
                  <a:tcPr/>
                </a:tc>
                <a:extLst>
                  <a:ext uri="{0D108BD9-81ED-4DB2-BD59-A6C34878D82A}">
                    <a16:rowId xmlns:a16="http://schemas.microsoft.com/office/drawing/2014/main" val="989377069"/>
                  </a:ext>
                </a:extLst>
              </a:tr>
              <a:tr h="243031">
                <a:tc>
                  <a:txBody>
                    <a:bodyPr/>
                    <a:lstStyle/>
                    <a:p>
                      <a:r>
                        <a:rPr lang="en-US" sz="1100"/>
                        <a:t>x4</a:t>
                      </a:r>
                    </a:p>
                  </a:txBody>
                  <a:tcPr/>
                </a:tc>
                <a:tc>
                  <a:txBody>
                    <a:bodyPr/>
                    <a:lstStyle/>
                    <a:p>
                      <a:r>
                        <a:rPr lang="en-US" sz="1200"/>
                        <a:t>AGE</a:t>
                      </a:r>
                    </a:p>
                  </a:txBody>
                  <a:tcPr/>
                </a:tc>
                <a:extLst>
                  <a:ext uri="{0D108BD9-81ED-4DB2-BD59-A6C34878D82A}">
                    <a16:rowId xmlns:a16="http://schemas.microsoft.com/office/drawing/2014/main" val="4040795496"/>
                  </a:ext>
                </a:extLst>
              </a:tr>
              <a:tr h="243031">
                <a:tc>
                  <a:txBody>
                    <a:bodyPr/>
                    <a:lstStyle/>
                    <a:p>
                      <a:r>
                        <a:rPr lang="en-US" sz="1100"/>
                        <a:t>x5</a:t>
                      </a:r>
                    </a:p>
                  </a:txBody>
                  <a:tcPr/>
                </a:tc>
                <a:tc>
                  <a:txBody>
                    <a:bodyPr/>
                    <a:lstStyle/>
                    <a:p>
                      <a:r>
                        <a:rPr lang="en-US" sz="1200"/>
                        <a:t>GENDER</a:t>
                      </a:r>
                    </a:p>
                  </a:txBody>
                  <a:tcPr/>
                </a:tc>
                <a:extLst>
                  <a:ext uri="{0D108BD9-81ED-4DB2-BD59-A6C34878D82A}">
                    <a16:rowId xmlns:a16="http://schemas.microsoft.com/office/drawing/2014/main" val="3008821535"/>
                  </a:ext>
                </a:extLst>
              </a:tr>
              <a:tr h="243031">
                <a:tc>
                  <a:txBody>
                    <a:bodyPr/>
                    <a:lstStyle/>
                    <a:p>
                      <a:r>
                        <a:rPr lang="en-US" sz="1100"/>
                        <a:t>x6</a:t>
                      </a:r>
                    </a:p>
                  </a:txBody>
                  <a:tcPr/>
                </a:tc>
                <a:tc>
                  <a:txBody>
                    <a:bodyPr/>
                    <a:lstStyle/>
                    <a:p>
                      <a:r>
                        <a:rPr lang="en-US" sz="1200"/>
                        <a:t>SPHEQ</a:t>
                      </a:r>
                    </a:p>
                  </a:txBody>
                  <a:tcPr/>
                </a:tc>
                <a:extLst>
                  <a:ext uri="{0D108BD9-81ED-4DB2-BD59-A6C34878D82A}">
                    <a16:rowId xmlns:a16="http://schemas.microsoft.com/office/drawing/2014/main" val="2100319176"/>
                  </a:ext>
                </a:extLst>
              </a:tr>
              <a:tr h="243031">
                <a:tc>
                  <a:txBody>
                    <a:bodyPr/>
                    <a:lstStyle/>
                    <a:p>
                      <a:r>
                        <a:rPr lang="en-US" sz="1100" b="0"/>
                        <a:t>x7</a:t>
                      </a:r>
                    </a:p>
                  </a:txBody>
                  <a:tcPr/>
                </a:tc>
                <a:tc>
                  <a:txBody>
                    <a:bodyPr/>
                    <a:lstStyle/>
                    <a:p>
                      <a:r>
                        <a:rPr lang="en-US" sz="1200"/>
                        <a:t>AL</a:t>
                      </a:r>
                    </a:p>
                  </a:txBody>
                  <a:tcPr/>
                </a:tc>
                <a:extLst>
                  <a:ext uri="{0D108BD9-81ED-4DB2-BD59-A6C34878D82A}">
                    <a16:rowId xmlns:a16="http://schemas.microsoft.com/office/drawing/2014/main" val="776175224"/>
                  </a:ext>
                </a:extLst>
              </a:tr>
              <a:tr h="243031">
                <a:tc>
                  <a:txBody>
                    <a:bodyPr/>
                    <a:lstStyle/>
                    <a:p>
                      <a:r>
                        <a:rPr lang="en-US" sz="1100"/>
                        <a:t>x8</a:t>
                      </a:r>
                    </a:p>
                  </a:txBody>
                  <a:tcPr/>
                </a:tc>
                <a:tc>
                  <a:txBody>
                    <a:bodyPr/>
                    <a:lstStyle/>
                    <a:p>
                      <a:r>
                        <a:rPr lang="en-US" sz="1200"/>
                        <a:t>ACD</a:t>
                      </a:r>
                    </a:p>
                  </a:txBody>
                  <a:tcPr/>
                </a:tc>
                <a:extLst>
                  <a:ext uri="{0D108BD9-81ED-4DB2-BD59-A6C34878D82A}">
                    <a16:rowId xmlns:a16="http://schemas.microsoft.com/office/drawing/2014/main" val="1986845046"/>
                  </a:ext>
                </a:extLst>
              </a:tr>
              <a:tr h="243031">
                <a:tc>
                  <a:txBody>
                    <a:bodyPr/>
                    <a:lstStyle/>
                    <a:p>
                      <a:r>
                        <a:rPr lang="en-US" sz="1100"/>
                        <a:t>x9</a:t>
                      </a:r>
                    </a:p>
                  </a:txBody>
                  <a:tcPr/>
                </a:tc>
                <a:tc>
                  <a:txBody>
                    <a:bodyPr/>
                    <a:lstStyle/>
                    <a:p>
                      <a:r>
                        <a:rPr lang="en-US" sz="1200"/>
                        <a:t>LT</a:t>
                      </a:r>
                    </a:p>
                  </a:txBody>
                  <a:tcPr/>
                </a:tc>
                <a:extLst>
                  <a:ext uri="{0D108BD9-81ED-4DB2-BD59-A6C34878D82A}">
                    <a16:rowId xmlns:a16="http://schemas.microsoft.com/office/drawing/2014/main" val="4284821359"/>
                  </a:ext>
                </a:extLst>
              </a:tr>
              <a:tr h="243031">
                <a:tc>
                  <a:txBody>
                    <a:bodyPr/>
                    <a:lstStyle/>
                    <a:p>
                      <a:r>
                        <a:rPr lang="en-US" sz="1100"/>
                        <a:t>x10</a:t>
                      </a:r>
                    </a:p>
                  </a:txBody>
                  <a:tcPr/>
                </a:tc>
                <a:tc>
                  <a:txBody>
                    <a:bodyPr/>
                    <a:lstStyle/>
                    <a:p>
                      <a:r>
                        <a:rPr lang="en-US" sz="1200"/>
                        <a:t>VCD</a:t>
                      </a:r>
                    </a:p>
                  </a:txBody>
                  <a:tcPr/>
                </a:tc>
                <a:extLst>
                  <a:ext uri="{0D108BD9-81ED-4DB2-BD59-A6C34878D82A}">
                    <a16:rowId xmlns:a16="http://schemas.microsoft.com/office/drawing/2014/main" val="2799593713"/>
                  </a:ext>
                </a:extLst>
              </a:tr>
              <a:tr h="243031">
                <a:tc>
                  <a:txBody>
                    <a:bodyPr/>
                    <a:lstStyle/>
                    <a:p>
                      <a:r>
                        <a:rPr lang="en-US" sz="1100"/>
                        <a:t>x11</a:t>
                      </a:r>
                    </a:p>
                  </a:txBody>
                  <a:tcPr/>
                </a:tc>
                <a:tc>
                  <a:txBody>
                    <a:bodyPr/>
                    <a:lstStyle/>
                    <a:p>
                      <a:r>
                        <a:rPr lang="en-US" sz="1200"/>
                        <a:t>SPORTHR</a:t>
                      </a:r>
                    </a:p>
                  </a:txBody>
                  <a:tcPr/>
                </a:tc>
                <a:extLst>
                  <a:ext uri="{0D108BD9-81ED-4DB2-BD59-A6C34878D82A}">
                    <a16:rowId xmlns:a16="http://schemas.microsoft.com/office/drawing/2014/main" val="1044661537"/>
                  </a:ext>
                </a:extLst>
              </a:tr>
              <a:tr h="243031">
                <a:tc>
                  <a:txBody>
                    <a:bodyPr/>
                    <a:lstStyle/>
                    <a:p>
                      <a:r>
                        <a:rPr lang="en-US" sz="1100"/>
                        <a:t>x12</a:t>
                      </a:r>
                    </a:p>
                  </a:txBody>
                  <a:tcPr/>
                </a:tc>
                <a:tc>
                  <a:txBody>
                    <a:bodyPr/>
                    <a:lstStyle/>
                    <a:p>
                      <a:r>
                        <a:rPr lang="en-US" sz="1200"/>
                        <a:t>READHR</a:t>
                      </a:r>
                    </a:p>
                  </a:txBody>
                  <a:tcPr/>
                </a:tc>
                <a:extLst>
                  <a:ext uri="{0D108BD9-81ED-4DB2-BD59-A6C34878D82A}">
                    <a16:rowId xmlns:a16="http://schemas.microsoft.com/office/drawing/2014/main" val="2675723262"/>
                  </a:ext>
                </a:extLst>
              </a:tr>
              <a:tr h="243031">
                <a:tc>
                  <a:txBody>
                    <a:bodyPr/>
                    <a:lstStyle/>
                    <a:p>
                      <a:r>
                        <a:rPr lang="en-US" sz="1100"/>
                        <a:t>x13</a:t>
                      </a:r>
                    </a:p>
                  </a:txBody>
                  <a:tcPr/>
                </a:tc>
                <a:tc>
                  <a:txBody>
                    <a:bodyPr/>
                    <a:lstStyle/>
                    <a:p>
                      <a:r>
                        <a:rPr lang="en-US" sz="1200"/>
                        <a:t>COMPHR</a:t>
                      </a:r>
                    </a:p>
                  </a:txBody>
                  <a:tcPr/>
                </a:tc>
                <a:extLst>
                  <a:ext uri="{0D108BD9-81ED-4DB2-BD59-A6C34878D82A}">
                    <a16:rowId xmlns:a16="http://schemas.microsoft.com/office/drawing/2014/main" val="280450327"/>
                  </a:ext>
                </a:extLst>
              </a:tr>
              <a:tr h="243031">
                <a:tc>
                  <a:txBody>
                    <a:bodyPr/>
                    <a:lstStyle/>
                    <a:p>
                      <a:r>
                        <a:rPr lang="en-US" sz="1100"/>
                        <a:t>x14</a:t>
                      </a:r>
                    </a:p>
                  </a:txBody>
                  <a:tcPr/>
                </a:tc>
                <a:tc>
                  <a:txBody>
                    <a:bodyPr/>
                    <a:lstStyle/>
                    <a:p>
                      <a:r>
                        <a:rPr lang="en-US" sz="1200"/>
                        <a:t>STUDYHR</a:t>
                      </a:r>
                    </a:p>
                  </a:txBody>
                  <a:tcPr/>
                </a:tc>
                <a:extLst>
                  <a:ext uri="{0D108BD9-81ED-4DB2-BD59-A6C34878D82A}">
                    <a16:rowId xmlns:a16="http://schemas.microsoft.com/office/drawing/2014/main" val="4206807536"/>
                  </a:ext>
                </a:extLst>
              </a:tr>
              <a:tr h="243031">
                <a:tc>
                  <a:txBody>
                    <a:bodyPr/>
                    <a:lstStyle/>
                    <a:p>
                      <a:r>
                        <a:rPr lang="en-US" sz="1100"/>
                        <a:t>x15</a:t>
                      </a:r>
                    </a:p>
                  </a:txBody>
                  <a:tcPr/>
                </a:tc>
                <a:tc>
                  <a:txBody>
                    <a:bodyPr/>
                    <a:lstStyle/>
                    <a:p>
                      <a:r>
                        <a:rPr lang="en-US" sz="1200"/>
                        <a:t>TVHR</a:t>
                      </a:r>
                    </a:p>
                  </a:txBody>
                  <a:tcPr/>
                </a:tc>
                <a:extLst>
                  <a:ext uri="{0D108BD9-81ED-4DB2-BD59-A6C34878D82A}">
                    <a16:rowId xmlns:a16="http://schemas.microsoft.com/office/drawing/2014/main" val="1854279482"/>
                  </a:ext>
                </a:extLst>
              </a:tr>
              <a:tr h="243031">
                <a:tc>
                  <a:txBody>
                    <a:bodyPr/>
                    <a:lstStyle/>
                    <a:p>
                      <a:r>
                        <a:rPr lang="en-US" sz="1100"/>
                        <a:t>x17</a:t>
                      </a:r>
                    </a:p>
                  </a:txBody>
                  <a:tcPr/>
                </a:tc>
                <a:tc>
                  <a:txBody>
                    <a:bodyPr/>
                    <a:lstStyle/>
                    <a:p>
                      <a:r>
                        <a:rPr lang="en-US" sz="1200"/>
                        <a:t>MOMMY</a:t>
                      </a:r>
                    </a:p>
                  </a:txBody>
                  <a:tcPr/>
                </a:tc>
                <a:extLst>
                  <a:ext uri="{0D108BD9-81ED-4DB2-BD59-A6C34878D82A}">
                    <a16:rowId xmlns:a16="http://schemas.microsoft.com/office/drawing/2014/main" val="3298476203"/>
                  </a:ext>
                </a:extLst>
              </a:tr>
              <a:tr h="243031">
                <a:tc>
                  <a:txBody>
                    <a:bodyPr/>
                    <a:lstStyle/>
                    <a:p>
                      <a:r>
                        <a:rPr lang="en-US" sz="1100"/>
                        <a:t>x18</a:t>
                      </a:r>
                    </a:p>
                  </a:txBody>
                  <a:tcPr/>
                </a:tc>
                <a:tc>
                  <a:txBody>
                    <a:bodyPr/>
                    <a:lstStyle/>
                    <a:p>
                      <a:r>
                        <a:rPr lang="en-US" sz="1200"/>
                        <a:t>DADMY</a:t>
                      </a:r>
                    </a:p>
                  </a:txBody>
                  <a:tcPr/>
                </a:tc>
                <a:extLst>
                  <a:ext uri="{0D108BD9-81ED-4DB2-BD59-A6C34878D82A}">
                    <a16:rowId xmlns:a16="http://schemas.microsoft.com/office/drawing/2014/main" val="2231202665"/>
                  </a:ext>
                </a:extLst>
              </a:tr>
            </a:tbl>
          </a:graphicData>
        </a:graphic>
      </p:graphicFrame>
    </p:spTree>
    <p:extLst>
      <p:ext uri="{BB962C8B-B14F-4D97-AF65-F5344CB8AC3E}">
        <p14:creationId xmlns:p14="http://schemas.microsoft.com/office/powerpoint/2010/main" val="2889270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25A34-1CED-1F9C-BA38-F4A156B37C8A}"/>
              </a:ext>
            </a:extLst>
          </p:cNvPr>
          <p:cNvSpPr>
            <a:spLocks noGrp="1"/>
          </p:cNvSpPr>
          <p:nvPr>
            <p:ph type="title"/>
          </p:nvPr>
        </p:nvSpPr>
        <p:spPr/>
        <p:txBody>
          <a:bodyPr/>
          <a:lstStyle/>
          <a:p>
            <a:r>
              <a:rPr lang="en-US"/>
              <a:t>Individual P-Values</a:t>
            </a:r>
          </a:p>
        </p:txBody>
      </p:sp>
      <p:pic>
        <p:nvPicPr>
          <p:cNvPr id="5" name="Content Placeholder 3" descr="A screenshot of a table&#10;&#10;Description automatically generated">
            <a:extLst>
              <a:ext uri="{FF2B5EF4-FFF2-40B4-BE49-F238E27FC236}">
                <a16:creationId xmlns:a16="http://schemas.microsoft.com/office/drawing/2014/main" id="{E5EFEFC9-17E7-537C-1164-1673D1F46854}"/>
              </a:ext>
            </a:extLst>
          </p:cNvPr>
          <p:cNvPicPr>
            <a:picLocks noChangeAspect="1"/>
          </p:cNvPicPr>
          <p:nvPr/>
        </p:nvPicPr>
        <p:blipFill>
          <a:blip r:embed="rId2"/>
          <a:stretch>
            <a:fillRect/>
          </a:stretch>
        </p:blipFill>
        <p:spPr>
          <a:xfrm>
            <a:off x="7353666" y="1785389"/>
            <a:ext cx="3990975" cy="4144107"/>
          </a:xfrm>
          <a:prstGeom prst="rect">
            <a:avLst/>
          </a:prstGeom>
        </p:spPr>
      </p:pic>
      <p:pic>
        <p:nvPicPr>
          <p:cNvPr id="3" name="Picture 2" descr="When a P-value Might Be Misleading">
            <a:extLst>
              <a:ext uri="{FF2B5EF4-FFF2-40B4-BE49-F238E27FC236}">
                <a16:creationId xmlns:a16="http://schemas.microsoft.com/office/drawing/2014/main" id="{C341F6A1-393D-AFFF-2B47-9E569C220B6C}"/>
              </a:ext>
            </a:extLst>
          </p:cNvPr>
          <p:cNvPicPr>
            <a:picLocks noChangeAspect="1"/>
          </p:cNvPicPr>
          <p:nvPr/>
        </p:nvPicPr>
        <p:blipFill>
          <a:blip r:embed="rId3"/>
          <a:stretch>
            <a:fillRect/>
          </a:stretch>
        </p:blipFill>
        <p:spPr>
          <a:xfrm>
            <a:off x="9948535" y="242436"/>
            <a:ext cx="1663700" cy="1259530"/>
          </a:xfrm>
          <a:prstGeom prst="rect">
            <a:avLst/>
          </a:prstGeom>
        </p:spPr>
      </p:pic>
      <p:sp>
        <p:nvSpPr>
          <p:cNvPr id="4" name="TextBox 3">
            <a:extLst>
              <a:ext uri="{FF2B5EF4-FFF2-40B4-BE49-F238E27FC236}">
                <a16:creationId xmlns:a16="http://schemas.microsoft.com/office/drawing/2014/main" id="{69A39019-503A-0384-8CDB-3A8E671343CE}"/>
              </a:ext>
            </a:extLst>
          </p:cNvPr>
          <p:cNvSpPr txBox="1"/>
          <p:nvPr/>
        </p:nvSpPr>
        <p:spPr>
          <a:xfrm>
            <a:off x="988785" y="2612571"/>
            <a:ext cx="547914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Avenir Next LT Pro"/>
                <a:cs typeface="Times New Roman"/>
              </a:rPr>
              <a:t>The P-values of the variables were checked when the alpha value equaled 0.20. This resulted in the AGE, AL, ACD, LT, VCD, COMPHR and TVHR variables being removed to create Reduced Model 1.</a:t>
            </a:r>
          </a:p>
        </p:txBody>
      </p:sp>
    </p:spTree>
    <p:extLst>
      <p:ext uri="{BB962C8B-B14F-4D97-AF65-F5344CB8AC3E}">
        <p14:creationId xmlns:p14="http://schemas.microsoft.com/office/powerpoint/2010/main" val="3903181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5847E-A87A-5C04-61B0-7BCC70537489}"/>
              </a:ext>
            </a:extLst>
          </p:cNvPr>
          <p:cNvSpPr>
            <a:spLocks noGrp="1"/>
          </p:cNvSpPr>
          <p:nvPr>
            <p:ph type="title"/>
          </p:nvPr>
        </p:nvSpPr>
        <p:spPr/>
        <p:txBody>
          <a:bodyPr/>
          <a:lstStyle/>
          <a:p>
            <a:r>
              <a:rPr lang="en-US"/>
              <a:t>Wald Statistic</a:t>
            </a:r>
          </a:p>
        </p:txBody>
      </p:sp>
      <p:pic>
        <p:nvPicPr>
          <p:cNvPr id="4" name="Content Placeholder 3" descr="A screenshot of a table&#10;&#10;Description automatically generated">
            <a:extLst>
              <a:ext uri="{FF2B5EF4-FFF2-40B4-BE49-F238E27FC236}">
                <a16:creationId xmlns:a16="http://schemas.microsoft.com/office/drawing/2014/main" id="{71E61FED-604B-597A-CBC4-581DACDADF5C}"/>
              </a:ext>
            </a:extLst>
          </p:cNvPr>
          <p:cNvPicPr>
            <a:picLocks noGrp="1" noChangeAspect="1"/>
          </p:cNvPicPr>
          <p:nvPr>
            <p:ph idx="1"/>
          </p:nvPr>
        </p:nvPicPr>
        <p:blipFill>
          <a:blip r:embed="rId2"/>
          <a:stretch>
            <a:fillRect/>
          </a:stretch>
        </p:blipFill>
        <p:spPr>
          <a:xfrm>
            <a:off x="6186610" y="2249062"/>
            <a:ext cx="4976934" cy="2063994"/>
          </a:xfrm>
        </p:spPr>
      </p:pic>
      <p:pic>
        <p:nvPicPr>
          <p:cNvPr id="3" name="Picture 2" descr="✓ Where's Waldo?">
            <a:extLst>
              <a:ext uri="{FF2B5EF4-FFF2-40B4-BE49-F238E27FC236}">
                <a16:creationId xmlns:a16="http://schemas.microsoft.com/office/drawing/2014/main" id="{ECD3D53E-0174-8681-A6F5-9E231DB63323}"/>
              </a:ext>
            </a:extLst>
          </p:cNvPr>
          <p:cNvPicPr>
            <a:picLocks noChangeAspect="1"/>
          </p:cNvPicPr>
          <p:nvPr/>
        </p:nvPicPr>
        <p:blipFill>
          <a:blip r:embed="rId3"/>
          <a:stretch>
            <a:fillRect/>
          </a:stretch>
        </p:blipFill>
        <p:spPr>
          <a:xfrm>
            <a:off x="10299977" y="240433"/>
            <a:ext cx="1240014" cy="1221200"/>
          </a:xfrm>
          <a:prstGeom prst="rect">
            <a:avLst/>
          </a:prstGeom>
        </p:spPr>
      </p:pic>
      <p:sp>
        <p:nvSpPr>
          <p:cNvPr id="5" name="TextBox 4">
            <a:extLst>
              <a:ext uri="{FF2B5EF4-FFF2-40B4-BE49-F238E27FC236}">
                <a16:creationId xmlns:a16="http://schemas.microsoft.com/office/drawing/2014/main" id="{D3BF97E1-8CA4-5B47-7D59-62D208DC9EA4}"/>
              </a:ext>
            </a:extLst>
          </p:cNvPr>
          <p:cNvSpPr txBox="1"/>
          <p:nvPr/>
        </p:nvSpPr>
        <p:spPr>
          <a:xfrm>
            <a:off x="584030" y="2244516"/>
            <a:ext cx="461878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Because the p-value is low and the Wald statistic is high, the overall model is significant.</a:t>
            </a:r>
          </a:p>
        </p:txBody>
      </p:sp>
    </p:spTree>
    <p:extLst>
      <p:ext uri="{BB962C8B-B14F-4D97-AF65-F5344CB8AC3E}">
        <p14:creationId xmlns:p14="http://schemas.microsoft.com/office/powerpoint/2010/main" val="23146270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ECA7B-C846-FF34-B28D-9942872842DE}"/>
              </a:ext>
            </a:extLst>
          </p:cNvPr>
          <p:cNvSpPr>
            <a:spLocks noGrp="1"/>
          </p:cNvSpPr>
          <p:nvPr>
            <p:ph type="title"/>
          </p:nvPr>
        </p:nvSpPr>
        <p:spPr/>
        <p:txBody>
          <a:bodyPr/>
          <a:lstStyle/>
          <a:p>
            <a:r>
              <a:rPr lang="en-US"/>
              <a:t>Reduced Model 1</a:t>
            </a:r>
          </a:p>
        </p:txBody>
      </p:sp>
      <p:pic>
        <p:nvPicPr>
          <p:cNvPr id="4" name="Content Placeholder 3" descr="A table with numbers and letters&#10;&#10;Description automatically generated">
            <a:extLst>
              <a:ext uri="{FF2B5EF4-FFF2-40B4-BE49-F238E27FC236}">
                <a16:creationId xmlns:a16="http://schemas.microsoft.com/office/drawing/2014/main" id="{01BA1227-E47E-8F99-FF3D-75911FA0E1CC}"/>
              </a:ext>
            </a:extLst>
          </p:cNvPr>
          <p:cNvPicPr>
            <a:picLocks noGrp="1" noChangeAspect="1"/>
          </p:cNvPicPr>
          <p:nvPr>
            <p:ph idx="1"/>
          </p:nvPr>
        </p:nvPicPr>
        <p:blipFill>
          <a:blip r:embed="rId2"/>
          <a:stretch>
            <a:fillRect/>
          </a:stretch>
        </p:blipFill>
        <p:spPr>
          <a:xfrm>
            <a:off x="7043720" y="3431156"/>
            <a:ext cx="5143988" cy="3297848"/>
          </a:xfr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0E969FE-EF5A-93CB-7BE2-92BB7D261CB4}"/>
                  </a:ext>
                </a:extLst>
              </p:cNvPr>
              <p:cNvSpPr txBox="1"/>
              <p:nvPr/>
            </p:nvSpPr>
            <p:spPr>
              <a:xfrm>
                <a:off x="0" y="1924256"/>
                <a:ext cx="11785086" cy="102726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𝜋</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oMath>
                  </m:oMathPara>
                </a14:m>
                <a:endParaRPr lang="en-US" sz="2000"/>
              </a:p>
              <a:p>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𝑒</m:t>
                              </m:r>
                            </m:e>
                            <m:sup>
                              <m:r>
                                <a:rPr lang="en-US" sz="2000" b="0" i="1" smtClean="0">
                                  <a:latin typeface="Cambria Math" panose="02040503050406030204" pitchFamily="18" charset="0"/>
                                  <a:ea typeface="Cambria Math" panose="02040503050406030204" pitchFamily="18" charset="0"/>
                                </a:rPr>
                                <m:t>0.5366</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0.5020</m:t>
                              </m:r>
                              <m:r>
                                <a:rPr lang="en-US" sz="2000" b="0" i="1" smtClean="0">
                                  <a:latin typeface="Cambria Math" panose="02040503050406030204" pitchFamily="18" charset="0"/>
                                  <a:ea typeface="Cambria Math" panose="02040503050406030204" pitchFamily="18" charset="0"/>
                                </a:rPr>
                                <m:t>𝐺𝐸𝑁𝐷𝐸𝑅</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3.9653</m:t>
                              </m:r>
                              <m:r>
                                <a:rPr lang="en-US" sz="2000" b="0" i="1" smtClean="0">
                                  <a:latin typeface="Cambria Math" panose="02040503050406030204" pitchFamily="18" charset="0"/>
                                  <a:ea typeface="Cambria Math" panose="02040503050406030204" pitchFamily="18" charset="0"/>
                                </a:rPr>
                                <m:t>𝑆𝑃𝐻𝐸𝑄</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0.0502</m:t>
                              </m:r>
                              <m:r>
                                <a:rPr lang="en-US" sz="2000" b="0" i="1" smtClean="0">
                                  <a:latin typeface="Cambria Math" panose="02040503050406030204" pitchFamily="18" charset="0"/>
                                  <a:ea typeface="Cambria Math" panose="02040503050406030204" pitchFamily="18" charset="0"/>
                                </a:rPr>
                                <m:t>𝑆𝑃𝑂𝑅𝑇𝐻𝑅</m:t>
                              </m:r>
                              <m:r>
                                <a:rPr lang="en-US" sz="2000" i="1">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0807</m:t>
                              </m:r>
                              <m:r>
                                <a:rPr lang="en-US" sz="2000" b="0" i="1" smtClean="0">
                                  <a:latin typeface="Cambria Math" panose="02040503050406030204" pitchFamily="18" charset="0"/>
                                  <a:ea typeface="Cambria Math" panose="02040503050406030204" pitchFamily="18" charset="0"/>
                                </a:rPr>
                                <m:t>𝑅𝐸𝐴𝐷𝐻𝑅</m:t>
                              </m:r>
                              <m:r>
                                <a:rPr lang="en-US" sz="2000" i="1">
                                  <a:latin typeface="Cambria Math" panose="02040503050406030204" pitchFamily="18" charset="0"/>
                                  <a:ea typeface="Cambria Math" panose="02040503050406030204" pitchFamily="18" charset="0"/>
                                </a:rPr>
                                <m:t>+0.17</m:t>
                              </m:r>
                              <m:r>
                                <a:rPr lang="en-US" sz="2000" b="0" i="1" smtClean="0">
                                  <a:latin typeface="Cambria Math" panose="02040503050406030204" pitchFamily="18" charset="0"/>
                                  <a:ea typeface="Cambria Math" panose="02040503050406030204" pitchFamily="18" charset="0"/>
                                </a:rPr>
                                <m:t>95</m:t>
                              </m:r>
                              <m:r>
                                <a:rPr lang="en-US" sz="2000" b="0" i="1" smtClean="0">
                                  <a:latin typeface="Cambria Math" panose="02040503050406030204" pitchFamily="18" charset="0"/>
                                  <a:ea typeface="Cambria Math" panose="02040503050406030204" pitchFamily="18" charset="0"/>
                                </a:rPr>
                                <m:t>𝑆𝑇𝑈𝐷𝑌𝐻𝑅</m:t>
                              </m:r>
                              <m:r>
                                <a:rPr lang="en-US" sz="2000" i="1">
                                  <a:latin typeface="Cambria Math" panose="02040503050406030204" pitchFamily="18" charset="0"/>
                                  <a:ea typeface="Cambria Math" panose="02040503050406030204" pitchFamily="18" charset="0"/>
                                </a:rPr>
                                <m:t>−0.7</m:t>
                              </m:r>
                              <m:r>
                                <a:rPr lang="en-US" sz="2000" b="0" i="1" smtClean="0">
                                  <a:latin typeface="Cambria Math" panose="02040503050406030204" pitchFamily="18" charset="0"/>
                                  <a:ea typeface="Cambria Math" panose="02040503050406030204" pitchFamily="18" charset="0"/>
                                </a:rPr>
                                <m:t>251</m:t>
                              </m:r>
                              <m:r>
                                <a:rPr lang="en-US" sz="2000" b="0" i="1" smtClean="0">
                                  <a:latin typeface="Cambria Math" panose="02040503050406030204" pitchFamily="18" charset="0"/>
                                  <a:ea typeface="Cambria Math" panose="02040503050406030204" pitchFamily="18" charset="0"/>
                                </a:rPr>
                                <m:t>𝑀𝑂𝑀𝑀𝑌</m:t>
                              </m:r>
                              <m:r>
                                <a:rPr lang="en-US" sz="2000" i="1">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8532</m:t>
                              </m:r>
                              <m:r>
                                <a:rPr lang="en-US" sz="2000" b="0" i="1" smtClean="0">
                                  <a:latin typeface="Cambria Math" panose="02040503050406030204" pitchFamily="18" charset="0"/>
                                  <a:ea typeface="Cambria Math" panose="02040503050406030204" pitchFamily="18" charset="0"/>
                                </a:rPr>
                                <m:t>𝐷𝐴𝐷𝑀𝑌</m:t>
                              </m:r>
                            </m:sup>
                          </m:sSup>
                        </m:num>
                        <m:den>
                          <m:r>
                            <a:rPr lang="en-US" sz="2000" b="0" i="1" smtClean="0">
                              <a:latin typeface="Cambria Math" panose="02040503050406030204" pitchFamily="18" charset="0"/>
                            </a:rPr>
                            <m:t>1+</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𝑒</m:t>
                              </m:r>
                            </m:e>
                            <m:sup>
                              <m:r>
                                <a:rPr lang="en-US" sz="2000" i="1">
                                  <a:latin typeface="Cambria Math" panose="02040503050406030204" pitchFamily="18" charset="0"/>
                                  <a:ea typeface="Cambria Math" panose="02040503050406030204" pitchFamily="18" charset="0"/>
                                </a:rPr>
                                <m:t>0.5366−0.5020</m:t>
                              </m:r>
                              <m:r>
                                <a:rPr lang="en-US" sz="2000" i="1">
                                  <a:latin typeface="Cambria Math" panose="02040503050406030204" pitchFamily="18" charset="0"/>
                                  <a:ea typeface="Cambria Math" panose="02040503050406030204" pitchFamily="18" charset="0"/>
                                </a:rPr>
                                <m:t>𝐺𝐸𝑁𝐷𝐸𝑅</m:t>
                              </m:r>
                              <m:r>
                                <a:rPr lang="en-US" sz="2000" i="1">
                                  <a:latin typeface="Cambria Math" panose="02040503050406030204" pitchFamily="18" charset="0"/>
                                  <a:ea typeface="Cambria Math" panose="02040503050406030204" pitchFamily="18" charset="0"/>
                                </a:rPr>
                                <m:t>+3.9653</m:t>
                              </m:r>
                              <m:r>
                                <a:rPr lang="en-US" sz="2000" i="1">
                                  <a:latin typeface="Cambria Math" panose="02040503050406030204" pitchFamily="18" charset="0"/>
                                  <a:ea typeface="Cambria Math" panose="02040503050406030204" pitchFamily="18" charset="0"/>
                                </a:rPr>
                                <m:t>𝑆𝑃𝐻𝐸𝑄</m:t>
                              </m:r>
                              <m:r>
                                <a:rPr lang="en-US" sz="2000" i="1">
                                  <a:latin typeface="Cambria Math" panose="02040503050406030204" pitchFamily="18" charset="0"/>
                                  <a:ea typeface="Cambria Math" panose="02040503050406030204" pitchFamily="18" charset="0"/>
                                </a:rPr>
                                <m:t>+0.0502</m:t>
                              </m:r>
                              <m:r>
                                <a:rPr lang="en-US" sz="2000" i="1">
                                  <a:latin typeface="Cambria Math" panose="02040503050406030204" pitchFamily="18" charset="0"/>
                                  <a:ea typeface="Cambria Math" panose="02040503050406030204" pitchFamily="18" charset="0"/>
                                </a:rPr>
                                <m:t>𝑆𝑃𝑂𝑅𝑇𝐻𝑅</m:t>
                              </m:r>
                              <m:r>
                                <a:rPr lang="en-US" sz="2000" i="1">
                                  <a:latin typeface="Cambria Math" panose="02040503050406030204" pitchFamily="18" charset="0"/>
                                  <a:ea typeface="Cambria Math" panose="02040503050406030204" pitchFamily="18" charset="0"/>
                                </a:rPr>
                                <m:t>−0.0807</m:t>
                              </m:r>
                              <m:r>
                                <a:rPr lang="en-US" sz="2000" i="1">
                                  <a:latin typeface="Cambria Math" panose="02040503050406030204" pitchFamily="18" charset="0"/>
                                  <a:ea typeface="Cambria Math" panose="02040503050406030204" pitchFamily="18" charset="0"/>
                                </a:rPr>
                                <m:t>𝑅𝐸𝐴𝐷𝐻𝑅</m:t>
                              </m:r>
                              <m:r>
                                <a:rPr lang="en-US" sz="2000" i="1">
                                  <a:latin typeface="Cambria Math" panose="02040503050406030204" pitchFamily="18" charset="0"/>
                                  <a:ea typeface="Cambria Math" panose="02040503050406030204" pitchFamily="18" charset="0"/>
                                </a:rPr>
                                <m:t>+0.1795</m:t>
                              </m:r>
                              <m:r>
                                <a:rPr lang="en-US" sz="2000" i="1">
                                  <a:latin typeface="Cambria Math" panose="02040503050406030204" pitchFamily="18" charset="0"/>
                                  <a:ea typeface="Cambria Math" panose="02040503050406030204" pitchFamily="18" charset="0"/>
                                </a:rPr>
                                <m:t>𝑆𝑇𝑈𝐷𝑌𝐻𝑅</m:t>
                              </m:r>
                              <m:r>
                                <a:rPr lang="en-US" sz="2000" i="1">
                                  <a:latin typeface="Cambria Math" panose="02040503050406030204" pitchFamily="18" charset="0"/>
                                  <a:ea typeface="Cambria Math" panose="02040503050406030204" pitchFamily="18" charset="0"/>
                                </a:rPr>
                                <m:t>−0.7251</m:t>
                              </m:r>
                              <m:r>
                                <a:rPr lang="en-US" sz="2000" i="1">
                                  <a:latin typeface="Cambria Math" panose="02040503050406030204" pitchFamily="18" charset="0"/>
                                  <a:ea typeface="Cambria Math" panose="02040503050406030204" pitchFamily="18" charset="0"/>
                                </a:rPr>
                                <m:t>𝑀𝑂𝑀𝑀𝑌</m:t>
                              </m:r>
                              <m:r>
                                <a:rPr lang="en-US" sz="2000" i="1">
                                  <a:latin typeface="Cambria Math" panose="02040503050406030204" pitchFamily="18" charset="0"/>
                                  <a:ea typeface="Cambria Math" panose="02040503050406030204" pitchFamily="18" charset="0"/>
                                </a:rPr>
                                <m:t>−0.8532</m:t>
                              </m:r>
                              <m:r>
                                <a:rPr lang="en-US" sz="2000" i="1">
                                  <a:latin typeface="Cambria Math" panose="02040503050406030204" pitchFamily="18" charset="0"/>
                                  <a:ea typeface="Cambria Math" panose="02040503050406030204" pitchFamily="18" charset="0"/>
                                </a:rPr>
                                <m:t>𝐷𝐴𝐷𝑀𝑌</m:t>
                              </m:r>
                            </m:sup>
                          </m:sSup>
                        </m:den>
                      </m:f>
                    </m:oMath>
                  </m:oMathPara>
                </a14:m>
                <a:endParaRPr lang="en-US"/>
              </a:p>
            </p:txBody>
          </p:sp>
        </mc:Choice>
        <mc:Fallback xmlns="">
          <p:sp>
            <p:nvSpPr>
              <p:cNvPr id="3" name="TextBox 2">
                <a:extLst>
                  <a:ext uri="{FF2B5EF4-FFF2-40B4-BE49-F238E27FC236}">
                    <a16:creationId xmlns:a16="http://schemas.microsoft.com/office/drawing/2014/main" id="{D0E969FE-EF5A-93CB-7BE2-92BB7D261CB4}"/>
                  </a:ext>
                </a:extLst>
              </p:cNvPr>
              <p:cNvSpPr txBox="1">
                <a:spLocks noRot="1" noChangeAspect="1" noMove="1" noResize="1" noEditPoints="1" noAdjustHandles="1" noChangeArrowheads="1" noChangeShapeType="1" noTextEdit="1"/>
              </p:cNvSpPr>
              <p:nvPr/>
            </p:nvSpPr>
            <p:spPr>
              <a:xfrm>
                <a:off x="0" y="1924256"/>
                <a:ext cx="11785086" cy="1027269"/>
              </a:xfrm>
              <a:prstGeom prst="rect">
                <a:avLst/>
              </a:prstGeom>
              <a:blipFill>
                <a:blip r:embed="rId3"/>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809DFC4-AD35-3B71-D897-06E3A7F67DA1}"/>
              </a:ext>
            </a:extLst>
          </p:cNvPr>
          <p:cNvSpPr txBox="1"/>
          <p:nvPr/>
        </p:nvSpPr>
        <p:spPr>
          <a:xfrm>
            <a:off x="127000" y="4091214"/>
            <a:ext cx="683985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Avenir Next LT Pro"/>
                <a:cs typeface="Times New Roman"/>
              </a:rPr>
              <a:t>The P-values of the variables were checked when the alpha value equaled 0.05. This resulted in the GENDER and READHR variables being removed to create Reduced Model 2.</a:t>
            </a:r>
            <a:endParaRPr lang="en-US">
              <a:latin typeface="Avenir Next LT Pro"/>
            </a:endParaRPr>
          </a:p>
        </p:txBody>
      </p:sp>
    </p:spTree>
    <p:extLst>
      <p:ext uri="{BB962C8B-B14F-4D97-AF65-F5344CB8AC3E}">
        <p14:creationId xmlns:p14="http://schemas.microsoft.com/office/powerpoint/2010/main" val="509801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0E854-99BC-0B4C-5FD2-CBC70E64E990}"/>
              </a:ext>
            </a:extLst>
          </p:cNvPr>
          <p:cNvSpPr>
            <a:spLocks noGrp="1"/>
          </p:cNvSpPr>
          <p:nvPr>
            <p:ph type="title"/>
          </p:nvPr>
        </p:nvSpPr>
        <p:spPr>
          <a:xfrm>
            <a:off x="816218" y="175925"/>
            <a:ext cx="10213200" cy="1112836"/>
          </a:xfrm>
        </p:spPr>
        <p:txBody>
          <a:bodyPr/>
          <a:lstStyle/>
          <a:p>
            <a:r>
              <a:rPr lang="en-US"/>
              <a:t>Reduced Model 2 </a:t>
            </a:r>
          </a:p>
        </p:txBody>
      </p:sp>
      <p:pic>
        <p:nvPicPr>
          <p:cNvPr id="4" name="Content Placeholder 3" descr="A table with numbers and text&#10;&#10;Description automatically generated">
            <a:extLst>
              <a:ext uri="{FF2B5EF4-FFF2-40B4-BE49-F238E27FC236}">
                <a16:creationId xmlns:a16="http://schemas.microsoft.com/office/drawing/2014/main" id="{B5A2A196-8ACF-8713-91F0-8BD7A83A43B1}"/>
              </a:ext>
            </a:extLst>
          </p:cNvPr>
          <p:cNvPicPr>
            <a:picLocks noGrp="1" noChangeAspect="1"/>
          </p:cNvPicPr>
          <p:nvPr>
            <p:ph idx="1"/>
          </p:nvPr>
        </p:nvPicPr>
        <p:blipFill>
          <a:blip r:embed="rId2"/>
          <a:stretch>
            <a:fillRect/>
          </a:stretch>
        </p:blipFill>
        <p:spPr>
          <a:xfrm>
            <a:off x="7181676" y="4005261"/>
            <a:ext cx="4976934" cy="2584450"/>
          </a:xfr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668933F-3CD8-931A-B388-6C3D168D961D}"/>
                  </a:ext>
                </a:extLst>
              </p:cNvPr>
              <p:cNvSpPr txBox="1"/>
              <p:nvPr/>
            </p:nvSpPr>
            <p:spPr>
              <a:xfrm>
                <a:off x="112861" y="1366993"/>
                <a:ext cx="10465367" cy="9505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ea typeface="Cambria Math" panose="02040503050406030204" pitchFamily="18" charset="0"/>
                        </a:rPr>
                        <m:t>𝜋</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𝑥</m:t>
                          </m:r>
                        </m:e>
                      </m:d>
                      <m:r>
                        <a:rPr lang="en-US" sz="1800" b="0" i="1" smtClean="0">
                          <a:latin typeface="Cambria Math" panose="02040503050406030204" pitchFamily="18" charset="0"/>
                          <a:ea typeface="Cambria Math" panose="02040503050406030204" pitchFamily="18" charset="0"/>
                        </a:rPr>
                        <m:t>=</m:t>
                      </m:r>
                    </m:oMath>
                  </m:oMathPara>
                </a14:m>
                <a:endParaRPr lang="en-US" sz="1800"/>
              </a:p>
              <a:p>
                <a:pP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rPr>
                          </m:ctrlPr>
                        </m:fPr>
                        <m:num>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𝑒</m:t>
                              </m:r>
                            </m:e>
                            <m:sup>
                              <m:r>
                                <a:rPr lang="en-US" sz="1800" b="0" i="1" smtClean="0">
                                  <a:latin typeface="Cambria Math" panose="02040503050406030204" pitchFamily="18" charset="0"/>
                                  <a:ea typeface="Cambria Math" panose="02040503050406030204" pitchFamily="18" charset="0"/>
                                </a:rPr>
                                <m:t>0.0320</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3.9693</m:t>
                              </m:r>
                              <m:r>
                                <a:rPr lang="en-US" sz="1800" b="0" i="1" smtClean="0">
                                  <a:latin typeface="Cambria Math" panose="02040503050406030204" pitchFamily="18" charset="0"/>
                                  <a:ea typeface="Cambria Math" panose="02040503050406030204" pitchFamily="18" charset="0"/>
                                </a:rPr>
                                <m:t>𝑆𝑃𝐻𝐸𝑄</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0.0473</m:t>
                              </m:r>
                              <m:r>
                                <a:rPr lang="en-US" sz="1800" b="0" i="1" smtClean="0">
                                  <a:latin typeface="Cambria Math" panose="02040503050406030204" pitchFamily="18" charset="0"/>
                                  <a:ea typeface="Cambria Math" panose="02040503050406030204" pitchFamily="18" charset="0"/>
                                </a:rPr>
                                <m:t>𝑆𝑃𝑂𝑅𝑇𝐻𝑅</m:t>
                              </m:r>
                              <m:r>
                                <a:rPr lang="en-US" sz="1800" i="1">
                                  <a:latin typeface="Cambria Math" panose="02040503050406030204" pitchFamily="18" charset="0"/>
                                  <a:ea typeface="Cambria Math" panose="02040503050406030204" pitchFamily="18" charset="0"/>
                                </a:rPr>
                                <m:t>+0.1</m:t>
                              </m:r>
                              <m:r>
                                <a:rPr lang="en-US" sz="1800" b="0" i="1" smtClean="0">
                                  <a:latin typeface="Cambria Math" panose="02040503050406030204" pitchFamily="18" charset="0"/>
                                  <a:ea typeface="Cambria Math" panose="02040503050406030204" pitchFamily="18" charset="0"/>
                                </a:rPr>
                                <m:t>479</m:t>
                              </m:r>
                              <m:r>
                                <a:rPr lang="en-US" sz="1800" b="0" i="1" smtClean="0">
                                  <a:latin typeface="Cambria Math" panose="02040503050406030204" pitchFamily="18" charset="0"/>
                                  <a:ea typeface="Cambria Math" panose="02040503050406030204" pitchFamily="18" charset="0"/>
                                </a:rPr>
                                <m:t>𝑆𝑇𝑈𝐷𝑌𝐻𝑅</m:t>
                              </m:r>
                              <m:r>
                                <a:rPr lang="en-US" sz="1800" i="1">
                                  <a:latin typeface="Cambria Math" panose="02040503050406030204" pitchFamily="18" charset="0"/>
                                  <a:ea typeface="Cambria Math" panose="02040503050406030204" pitchFamily="18" charset="0"/>
                                </a:rPr>
                                <m:t>−0.</m:t>
                              </m:r>
                              <m:r>
                                <a:rPr lang="en-US" sz="1800" b="0" i="1" smtClean="0">
                                  <a:latin typeface="Cambria Math" panose="02040503050406030204" pitchFamily="18" charset="0"/>
                                  <a:ea typeface="Cambria Math" panose="02040503050406030204" pitchFamily="18" charset="0"/>
                                </a:rPr>
                                <m:t>6510</m:t>
                              </m:r>
                              <m:r>
                                <a:rPr lang="en-US" sz="1800" b="0" i="1" smtClean="0">
                                  <a:latin typeface="Cambria Math" panose="02040503050406030204" pitchFamily="18" charset="0"/>
                                  <a:ea typeface="Cambria Math" panose="02040503050406030204" pitchFamily="18" charset="0"/>
                                </a:rPr>
                                <m:t>𝑀𝑂𝑀𝑀𝑌</m:t>
                              </m:r>
                              <m:r>
                                <a:rPr lang="en-US" sz="1800" i="1">
                                  <a:latin typeface="Cambria Math" panose="02040503050406030204" pitchFamily="18" charset="0"/>
                                  <a:ea typeface="Cambria Math" panose="02040503050406030204" pitchFamily="18" charset="0"/>
                                </a:rPr>
                                <m:t>−0.</m:t>
                              </m:r>
                              <m:r>
                                <a:rPr lang="en-US" sz="1800" b="0" i="1" smtClean="0">
                                  <a:latin typeface="Cambria Math" panose="02040503050406030204" pitchFamily="18" charset="0"/>
                                  <a:ea typeface="Cambria Math" panose="02040503050406030204" pitchFamily="18" charset="0"/>
                                </a:rPr>
                                <m:t>8192</m:t>
                              </m:r>
                              <m:r>
                                <a:rPr lang="en-US" sz="1800" b="0" i="1" smtClean="0">
                                  <a:latin typeface="Cambria Math" panose="02040503050406030204" pitchFamily="18" charset="0"/>
                                  <a:ea typeface="Cambria Math" panose="02040503050406030204" pitchFamily="18" charset="0"/>
                                </a:rPr>
                                <m:t>𝐷𝐴𝐷𝑀𝑌</m:t>
                              </m:r>
                            </m:sup>
                          </m:sSup>
                        </m:num>
                        <m:den>
                          <m:r>
                            <a:rPr lang="en-US" sz="1800" b="0" i="1" smtClean="0">
                              <a:latin typeface="Cambria Math" panose="02040503050406030204" pitchFamily="18" charset="0"/>
                            </a:rPr>
                            <m:t>1+</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0.0320+3.9693</m:t>
                              </m:r>
                              <m:r>
                                <a:rPr lang="en-US" i="1">
                                  <a:latin typeface="Cambria Math" panose="02040503050406030204" pitchFamily="18" charset="0"/>
                                  <a:ea typeface="Cambria Math" panose="02040503050406030204" pitchFamily="18" charset="0"/>
                                </a:rPr>
                                <m:t>𝑆𝑃𝐻𝐸𝑄</m:t>
                              </m:r>
                              <m:r>
                                <a:rPr lang="en-US" i="1">
                                  <a:latin typeface="Cambria Math" panose="02040503050406030204" pitchFamily="18" charset="0"/>
                                  <a:ea typeface="Cambria Math" panose="02040503050406030204" pitchFamily="18" charset="0"/>
                                </a:rPr>
                                <m:t>+0.0473</m:t>
                              </m:r>
                              <m:r>
                                <a:rPr lang="en-US" i="1">
                                  <a:latin typeface="Cambria Math" panose="02040503050406030204" pitchFamily="18" charset="0"/>
                                  <a:ea typeface="Cambria Math" panose="02040503050406030204" pitchFamily="18" charset="0"/>
                                </a:rPr>
                                <m:t>𝑆𝑃𝑂𝑅𝑇𝐻𝑅</m:t>
                              </m:r>
                              <m:r>
                                <a:rPr lang="en-US" i="1">
                                  <a:latin typeface="Cambria Math" panose="02040503050406030204" pitchFamily="18" charset="0"/>
                                  <a:ea typeface="Cambria Math" panose="02040503050406030204" pitchFamily="18" charset="0"/>
                                </a:rPr>
                                <m:t>+0.1479</m:t>
                              </m:r>
                              <m:r>
                                <a:rPr lang="en-US" i="1">
                                  <a:latin typeface="Cambria Math" panose="02040503050406030204" pitchFamily="18" charset="0"/>
                                  <a:ea typeface="Cambria Math" panose="02040503050406030204" pitchFamily="18" charset="0"/>
                                </a:rPr>
                                <m:t>𝑆𝑇𝑈𝐷𝑌𝐻𝑅</m:t>
                              </m:r>
                              <m:r>
                                <a:rPr lang="en-US" i="1">
                                  <a:latin typeface="Cambria Math" panose="02040503050406030204" pitchFamily="18" charset="0"/>
                                  <a:ea typeface="Cambria Math" panose="02040503050406030204" pitchFamily="18" charset="0"/>
                                </a:rPr>
                                <m:t>−0.6510</m:t>
                              </m:r>
                              <m:r>
                                <a:rPr lang="en-US" i="1">
                                  <a:latin typeface="Cambria Math" panose="02040503050406030204" pitchFamily="18" charset="0"/>
                                  <a:ea typeface="Cambria Math" panose="02040503050406030204" pitchFamily="18" charset="0"/>
                                </a:rPr>
                                <m:t>𝑀𝑂𝑀𝑀𝑌</m:t>
                              </m:r>
                              <m:r>
                                <a:rPr lang="en-US" i="1">
                                  <a:latin typeface="Cambria Math" panose="02040503050406030204" pitchFamily="18" charset="0"/>
                                  <a:ea typeface="Cambria Math" panose="02040503050406030204" pitchFamily="18" charset="0"/>
                                </a:rPr>
                                <m:t>−0.8192</m:t>
                              </m:r>
                              <m:r>
                                <a:rPr lang="en-US" i="1">
                                  <a:latin typeface="Cambria Math" panose="02040503050406030204" pitchFamily="18" charset="0"/>
                                  <a:ea typeface="Cambria Math" panose="02040503050406030204" pitchFamily="18" charset="0"/>
                                </a:rPr>
                                <m:t>𝐷𝐴𝐷𝑀𝑌</m:t>
                              </m:r>
                            </m:sup>
                          </m:sSup>
                        </m:den>
                      </m:f>
                    </m:oMath>
                  </m:oMathPara>
                </a14:m>
                <a:endParaRPr lang="en-US"/>
              </a:p>
            </p:txBody>
          </p:sp>
        </mc:Choice>
        <mc:Fallback xmlns="">
          <p:sp>
            <p:nvSpPr>
              <p:cNvPr id="5" name="TextBox 4">
                <a:extLst>
                  <a:ext uri="{FF2B5EF4-FFF2-40B4-BE49-F238E27FC236}">
                    <a16:creationId xmlns:a16="http://schemas.microsoft.com/office/drawing/2014/main" id="{B668933F-3CD8-931A-B388-6C3D168D961D}"/>
                  </a:ext>
                </a:extLst>
              </p:cNvPr>
              <p:cNvSpPr txBox="1">
                <a:spLocks noRot="1" noChangeAspect="1" noMove="1" noResize="1" noEditPoints="1" noAdjustHandles="1" noChangeArrowheads="1" noChangeShapeType="1" noTextEdit="1"/>
              </p:cNvSpPr>
              <p:nvPr/>
            </p:nvSpPr>
            <p:spPr>
              <a:xfrm>
                <a:off x="112861" y="1366993"/>
                <a:ext cx="10465367" cy="950517"/>
              </a:xfrm>
              <a:prstGeom prst="rect">
                <a:avLst/>
              </a:prstGeom>
              <a:blipFill>
                <a:blip r:embed="rId3"/>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6C081B4-D42D-9B3B-2294-9C55D48C5B24}"/>
              </a:ext>
            </a:extLst>
          </p:cNvPr>
          <p:cNvSpPr txBox="1"/>
          <p:nvPr/>
        </p:nvSpPr>
        <p:spPr>
          <a:xfrm>
            <a:off x="589643" y="4481285"/>
            <a:ext cx="5742213"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0" i="0" u="none" strike="noStrike" baseline="0">
                <a:solidFill>
                  <a:srgbClr val="000000"/>
                </a:solidFill>
                <a:latin typeface="Avenir Next LT Pro"/>
                <a:ea typeface="Times New Roman"/>
                <a:cs typeface="Times New Roman"/>
              </a:rPr>
              <a:t>The P-values of the variables were checked when the alpha value equaled 0.05. This resulted </a:t>
            </a:r>
            <a:r>
              <a:rPr lang="en-US" sz="2000">
                <a:solidFill>
                  <a:srgbClr val="000000"/>
                </a:solidFill>
                <a:latin typeface="Avenir Next LT Pro"/>
                <a:ea typeface="Times New Roman"/>
                <a:cs typeface="Times New Roman"/>
              </a:rPr>
              <a:t>in the STUDYHR variable </a:t>
            </a:r>
            <a:r>
              <a:rPr lang="en-US" sz="2000" b="0" i="0" u="none" strike="noStrike" baseline="0">
                <a:solidFill>
                  <a:srgbClr val="000000"/>
                </a:solidFill>
                <a:latin typeface="Avenir Next LT Pro"/>
                <a:ea typeface="Times New Roman"/>
                <a:cs typeface="Times New Roman"/>
              </a:rPr>
              <a:t>being removed to create </a:t>
            </a:r>
            <a:r>
              <a:rPr lang="en-US" sz="2000">
                <a:solidFill>
                  <a:srgbClr val="000000"/>
                </a:solidFill>
                <a:latin typeface="Avenir Next LT Pro"/>
                <a:ea typeface="Times New Roman"/>
                <a:cs typeface="Times New Roman"/>
              </a:rPr>
              <a:t>the Final Model. </a:t>
            </a:r>
            <a:endParaRPr lang="en-US" sz="2000">
              <a:latin typeface="Avenir Next LT Pro"/>
              <a:cs typeface="Times New Roman"/>
            </a:endParaRPr>
          </a:p>
        </p:txBody>
      </p:sp>
    </p:spTree>
    <p:extLst>
      <p:ext uri="{BB962C8B-B14F-4D97-AF65-F5344CB8AC3E}">
        <p14:creationId xmlns:p14="http://schemas.microsoft.com/office/powerpoint/2010/main" val="595773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A85FE-0322-7894-3D3D-5A9FD557F1DC}"/>
              </a:ext>
            </a:extLst>
          </p:cNvPr>
          <p:cNvSpPr>
            <a:spLocks noGrp="1"/>
          </p:cNvSpPr>
          <p:nvPr>
            <p:ph type="title"/>
          </p:nvPr>
        </p:nvSpPr>
        <p:spPr/>
        <p:txBody>
          <a:bodyPr/>
          <a:lstStyle/>
          <a:p>
            <a:r>
              <a:rPr lang="en-US"/>
              <a:t>Final Model</a:t>
            </a:r>
          </a:p>
        </p:txBody>
      </p:sp>
      <p:pic>
        <p:nvPicPr>
          <p:cNvPr id="6" name="Content Placeholder 3" descr="A screenshot of a table&#10;&#10;Description automatically generated">
            <a:extLst>
              <a:ext uri="{FF2B5EF4-FFF2-40B4-BE49-F238E27FC236}">
                <a16:creationId xmlns:a16="http://schemas.microsoft.com/office/drawing/2014/main" id="{4AB2B14E-F7F2-BF95-8D5B-EDE90F7E238A}"/>
              </a:ext>
            </a:extLst>
          </p:cNvPr>
          <p:cNvPicPr>
            <a:picLocks noGrp="1" noChangeAspect="1"/>
          </p:cNvPicPr>
          <p:nvPr>
            <p:ph idx="1"/>
          </p:nvPr>
        </p:nvPicPr>
        <p:blipFill rotWithShape="1">
          <a:blip r:embed="rId2"/>
          <a:srcRect t="39948" r="-179" b="261"/>
          <a:stretch/>
        </p:blipFill>
        <p:spPr>
          <a:xfrm>
            <a:off x="2777278" y="3957098"/>
            <a:ext cx="6343571" cy="2588556"/>
          </a:xfrm>
        </p:spPr>
      </p:pic>
    </p:spTree>
    <p:extLst>
      <p:ext uri="{BB962C8B-B14F-4D97-AF65-F5344CB8AC3E}">
        <p14:creationId xmlns:p14="http://schemas.microsoft.com/office/powerpoint/2010/main" val="2380548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1E498-7DB4-5592-F7AE-D1F72042CF73}"/>
              </a:ext>
            </a:extLst>
          </p:cNvPr>
          <p:cNvSpPr>
            <a:spLocks noGrp="1"/>
          </p:cNvSpPr>
          <p:nvPr>
            <p:ph type="title"/>
          </p:nvPr>
        </p:nvSpPr>
        <p:spPr/>
        <p:txBody>
          <a:bodyPr/>
          <a:lstStyle/>
          <a:p>
            <a:r>
              <a:rPr lang="en-US"/>
              <a:t>Likelihood Ratio Statistic</a:t>
            </a:r>
          </a:p>
        </p:txBody>
      </p:sp>
      <p:pic>
        <p:nvPicPr>
          <p:cNvPr id="4" name="Content Placeholder 3" descr="A screenshot of a table&#10;&#10;Description automatically generated">
            <a:extLst>
              <a:ext uri="{FF2B5EF4-FFF2-40B4-BE49-F238E27FC236}">
                <a16:creationId xmlns:a16="http://schemas.microsoft.com/office/drawing/2014/main" id="{A5A43D6B-5A81-0BE9-D4C0-3F837D367BAA}"/>
              </a:ext>
            </a:extLst>
          </p:cNvPr>
          <p:cNvPicPr>
            <a:picLocks noGrp="1" noChangeAspect="1"/>
          </p:cNvPicPr>
          <p:nvPr>
            <p:ph idx="1"/>
          </p:nvPr>
        </p:nvPicPr>
        <p:blipFill rotWithShape="1">
          <a:blip r:embed="rId2"/>
          <a:srcRect l="17710" r="20036" b="59162"/>
          <a:stretch/>
        </p:blipFill>
        <p:spPr>
          <a:xfrm>
            <a:off x="6431631" y="2583155"/>
            <a:ext cx="4924439" cy="2207838"/>
          </a:xfrm>
        </p:spPr>
      </p:pic>
      <p:sp>
        <p:nvSpPr>
          <p:cNvPr id="5" name="TextBox 4">
            <a:extLst>
              <a:ext uri="{FF2B5EF4-FFF2-40B4-BE49-F238E27FC236}">
                <a16:creationId xmlns:a16="http://schemas.microsoft.com/office/drawing/2014/main" id="{FA4FE0BE-3611-613B-7E84-4926261F4032}"/>
              </a:ext>
            </a:extLst>
          </p:cNvPr>
          <p:cNvSpPr txBox="1"/>
          <p:nvPr/>
        </p:nvSpPr>
        <p:spPr>
          <a:xfrm>
            <a:off x="767644" y="2088444"/>
            <a:ext cx="438008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Because the p-value is low and the likelihood ratio statistic is high, the overall model is significant.</a:t>
            </a:r>
          </a:p>
        </p:txBody>
      </p:sp>
    </p:spTree>
    <p:extLst>
      <p:ext uri="{BB962C8B-B14F-4D97-AF65-F5344CB8AC3E}">
        <p14:creationId xmlns:p14="http://schemas.microsoft.com/office/powerpoint/2010/main" val="4212760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08A23-934A-41BB-AB65-1F0D07748938}"/>
              </a:ext>
            </a:extLst>
          </p:cNvPr>
          <p:cNvSpPr>
            <a:spLocks noGrp="1"/>
          </p:cNvSpPr>
          <p:nvPr>
            <p:ph type="title"/>
          </p:nvPr>
        </p:nvSpPr>
        <p:spPr/>
        <p:txBody>
          <a:bodyPr/>
          <a:lstStyle/>
          <a:p>
            <a:r>
              <a:rPr lang="en-US"/>
              <a:t>Hosmer </a:t>
            </a:r>
            <a:r>
              <a:rPr lang="en-US" err="1"/>
              <a:t>Lemeshow</a:t>
            </a:r>
            <a:r>
              <a:rPr lang="en-US"/>
              <a:t> Test</a:t>
            </a:r>
          </a:p>
        </p:txBody>
      </p:sp>
      <p:pic>
        <p:nvPicPr>
          <p:cNvPr id="6" name="Content Placeholder 5" descr="A screenshot of a screen&#10;&#10;Description automatically generated">
            <a:extLst>
              <a:ext uri="{FF2B5EF4-FFF2-40B4-BE49-F238E27FC236}">
                <a16:creationId xmlns:a16="http://schemas.microsoft.com/office/drawing/2014/main" id="{A5643C39-FF01-CC07-FB96-BA4A602E860A}"/>
              </a:ext>
            </a:extLst>
          </p:cNvPr>
          <p:cNvPicPr>
            <a:picLocks noGrp="1" noChangeAspect="1"/>
          </p:cNvPicPr>
          <p:nvPr>
            <p:ph idx="1"/>
          </p:nvPr>
        </p:nvPicPr>
        <p:blipFill>
          <a:blip r:embed="rId2"/>
          <a:stretch>
            <a:fillRect/>
          </a:stretch>
        </p:blipFill>
        <p:spPr>
          <a:xfrm>
            <a:off x="7156816" y="1439193"/>
            <a:ext cx="3896213" cy="4260117"/>
          </a:xfrm>
        </p:spPr>
      </p:pic>
      <p:pic>
        <p:nvPicPr>
          <p:cNvPr id="3" name="Picture 2" descr="PPT - Chi-Square and odds ratios PowerPoint Presentation, free download -  ID:6110714">
            <a:extLst>
              <a:ext uri="{FF2B5EF4-FFF2-40B4-BE49-F238E27FC236}">
                <a16:creationId xmlns:a16="http://schemas.microsoft.com/office/drawing/2014/main" id="{2587C79A-B7DD-A533-BF4A-3EE177F20A9D}"/>
              </a:ext>
            </a:extLst>
          </p:cNvPr>
          <p:cNvPicPr>
            <a:picLocks noChangeAspect="1"/>
          </p:cNvPicPr>
          <p:nvPr/>
        </p:nvPicPr>
        <p:blipFill>
          <a:blip r:embed="rId3"/>
          <a:stretch>
            <a:fillRect/>
          </a:stretch>
        </p:blipFill>
        <p:spPr>
          <a:xfrm>
            <a:off x="10359436" y="114300"/>
            <a:ext cx="1567275" cy="1173104"/>
          </a:xfrm>
          <a:prstGeom prst="rect">
            <a:avLst/>
          </a:prstGeom>
        </p:spPr>
      </p:pic>
      <p:sp>
        <p:nvSpPr>
          <p:cNvPr id="4" name="TextBox 3">
            <a:extLst>
              <a:ext uri="{FF2B5EF4-FFF2-40B4-BE49-F238E27FC236}">
                <a16:creationId xmlns:a16="http://schemas.microsoft.com/office/drawing/2014/main" id="{D01388C8-8C08-406E-92A2-9C54FFA453D9}"/>
              </a:ext>
            </a:extLst>
          </p:cNvPr>
          <p:cNvSpPr txBox="1"/>
          <p:nvPr/>
        </p:nvSpPr>
        <p:spPr>
          <a:xfrm>
            <a:off x="1151466" y="2483556"/>
            <a:ext cx="4549422"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The low chi-square value and high p-value indicates that the model fits our data well. </a:t>
            </a:r>
          </a:p>
        </p:txBody>
      </p:sp>
    </p:spTree>
    <p:extLst>
      <p:ext uri="{BB962C8B-B14F-4D97-AF65-F5344CB8AC3E}">
        <p14:creationId xmlns:p14="http://schemas.microsoft.com/office/powerpoint/2010/main" val="2700405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17470-2B4D-71D9-044F-E46648D89C23}"/>
              </a:ext>
            </a:extLst>
          </p:cNvPr>
          <p:cNvSpPr>
            <a:spLocks noGrp="1"/>
          </p:cNvSpPr>
          <p:nvPr>
            <p:ph type="title"/>
          </p:nvPr>
        </p:nvSpPr>
        <p:spPr>
          <a:xfrm>
            <a:off x="677673" y="106653"/>
            <a:ext cx="10213200" cy="1112836"/>
          </a:xfrm>
        </p:spPr>
        <p:txBody>
          <a:bodyPr/>
          <a:lstStyle/>
          <a:p>
            <a:r>
              <a:rPr lang="en-US"/>
              <a:t>Predicting Probability and Sensitivity specificity plot</a:t>
            </a:r>
          </a:p>
        </p:txBody>
      </p:sp>
      <p:pic>
        <p:nvPicPr>
          <p:cNvPr id="4" name="Content Placeholder 3">
            <a:extLst>
              <a:ext uri="{FF2B5EF4-FFF2-40B4-BE49-F238E27FC236}">
                <a16:creationId xmlns:a16="http://schemas.microsoft.com/office/drawing/2014/main" id="{2C4B077C-BC0E-BAEF-07C3-2F1AA550B932}"/>
              </a:ext>
            </a:extLst>
          </p:cNvPr>
          <p:cNvPicPr>
            <a:picLocks noGrp="1" noChangeAspect="1"/>
          </p:cNvPicPr>
          <p:nvPr>
            <p:ph sz="half" idx="1"/>
          </p:nvPr>
        </p:nvPicPr>
        <p:blipFill>
          <a:blip r:embed="rId2"/>
          <a:stretch>
            <a:fillRect/>
          </a:stretch>
        </p:blipFill>
        <p:spPr>
          <a:xfrm>
            <a:off x="6998148" y="3540598"/>
            <a:ext cx="4075223" cy="3136520"/>
          </a:xfrm>
        </p:spPr>
      </p:pic>
      <p:sp>
        <p:nvSpPr>
          <p:cNvPr id="5" name="Content Placeholder 4">
            <a:extLst>
              <a:ext uri="{FF2B5EF4-FFF2-40B4-BE49-F238E27FC236}">
                <a16:creationId xmlns:a16="http://schemas.microsoft.com/office/drawing/2014/main" id="{4EDB2806-A27E-F0C1-DA90-CE4FD664E154}"/>
              </a:ext>
            </a:extLst>
          </p:cNvPr>
          <p:cNvSpPr>
            <a:spLocks noGrp="1"/>
          </p:cNvSpPr>
          <p:nvPr>
            <p:ph sz="half" idx="2"/>
          </p:nvPr>
        </p:nvSpPr>
        <p:spPr>
          <a:xfrm>
            <a:off x="678987" y="1330902"/>
            <a:ext cx="5840490" cy="4092575"/>
          </a:xfrm>
        </p:spPr>
        <p:txBody>
          <a:bodyPr vert="horz" lIns="91440" tIns="45720" rIns="91440" bIns="45720" rtlCol="0" anchor="t">
            <a:normAutofit/>
          </a:bodyPr>
          <a:lstStyle/>
          <a:p>
            <a:pPr marL="359410" indent="-359410"/>
            <a:r>
              <a:rPr lang="en-US" sz="1800">
                <a:solidFill>
                  <a:schemeClr val="tx1">
                    <a:lumMod val="95000"/>
                    <a:lumOff val="5000"/>
                  </a:schemeClr>
                </a:solidFill>
                <a:latin typeface="Times New Roman"/>
                <a:cs typeface="Arial"/>
              </a:rPr>
              <a:t>A higher percent concordant indicates that our model's prediction are consistent with our outcomes</a:t>
            </a:r>
            <a:r>
              <a:rPr lang="en-US" sz="1600">
                <a:solidFill>
                  <a:srgbClr val="000000">
                    <a:alpha val="60000"/>
                  </a:srgbClr>
                </a:solidFill>
                <a:latin typeface="Times New Roman"/>
                <a:cs typeface="Arial"/>
              </a:rPr>
              <a:t>.</a:t>
            </a:r>
            <a:endParaRPr lang="en-US"/>
          </a:p>
          <a:p>
            <a:pPr marL="359410" indent="-359410"/>
            <a:r>
              <a:rPr lang="en-US" sz="1800">
                <a:solidFill>
                  <a:srgbClr val="0D0D0D"/>
                </a:solidFill>
                <a:latin typeface="Times New Roman"/>
                <a:cs typeface="Times New Roman"/>
              </a:rPr>
              <a:t>The percentage of correct prediction is at 88.3%</a:t>
            </a:r>
            <a:endParaRPr lang="en-US" sz="1600">
              <a:solidFill>
                <a:srgbClr val="000000">
                  <a:alpha val="60000"/>
                </a:srgbClr>
              </a:solidFill>
              <a:latin typeface="Times New Roman"/>
              <a:cs typeface="Arial"/>
            </a:endParaRPr>
          </a:p>
          <a:p>
            <a:pPr marL="359410" indent="-359410"/>
            <a:r>
              <a:rPr lang="en-US" sz="1800">
                <a:solidFill>
                  <a:schemeClr val="tx1">
                    <a:lumMod val="95000"/>
                    <a:lumOff val="5000"/>
                  </a:schemeClr>
                </a:solidFill>
                <a:latin typeface="Times New Roman"/>
                <a:cs typeface="Times New Roman"/>
              </a:rPr>
              <a:t>The cutoff is at 13%, which gives us the best predicted probability.</a:t>
            </a:r>
          </a:p>
          <a:p>
            <a:pPr marL="359410" indent="-359410"/>
            <a:endParaRPr lang="en-US" sz="1600">
              <a:solidFill>
                <a:srgbClr val="000000">
                  <a:alpha val="60000"/>
                </a:srgbClr>
              </a:solidFill>
              <a:latin typeface="Times New Roman"/>
              <a:cs typeface="Arial"/>
            </a:endParaRPr>
          </a:p>
          <a:p>
            <a:pPr marL="359410" indent="-359410"/>
            <a:endParaRPr lang="en-US" sz="1600">
              <a:solidFill>
                <a:srgbClr val="000000">
                  <a:alpha val="60000"/>
                </a:srgbClr>
              </a:solidFill>
              <a:latin typeface="Times New Roman"/>
              <a:cs typeface="Arial"/>
            </a:endParaRPr>
          </a:p>
          <a:p>
            <a:pPr marL="359410" indent="-359410"/>
            <a:endParaRPr lang="en-US" sz="1600">
              <a:solidFill>
                <a:srgbClr val="000000">
                  <a:alpha val="60000"/>
                </a:srgbClr>
              </a:solidFill>
              <a:latin typeface="Times New Roman"/>
              <a:cs typeface="Arial"/>
            </a:endParaRPr>
          </a:p>
          <a:p>
            <a:pPr marL="359410" indent="-359410"/>
            <a:endParaRPr lang="en-US">
              <a:solidFill>
                <a:srgbClr val="000000">
                  <a:alpha val="60000"/>
                </a:srgbClr>
              </a:solidFill>
              <a:latin typeface="Times New Roman"/>
              <a:cs typeface="Times New Roman"/>
            </a:endParaRPr>
          </a:p>
        </p:txBody>
      </p:sp>
      <p:pic>
        <p:nvPicPr>
          <p:cNvPr id="6" name="Picture 5" descr="A table with black text and black text&#10;&#10;Description automatically generated">
            <a:extLst>
              <a:ext uri="{FF2B5EF4-FFF2-40B4-BE49-F238E27FC236}">
                <a16:creationId xmlns:a16="http://schemas.microsoft.com/office/drawing/2014/main" id="{55053FBE-D07C-D982-14AD-7C4A242AFCC5}"/>
              </a:ext>
            </a:extLst>
          </p:cNvPr>
          <p:cNvPicPr>
            <a:picLocks noChangeAspect="1"/>
          </p:cNvPicPr>
          <p:nvPr/>
        </p:nvPicPr>
        <p:blipFill>
          <a:blip r:embed="rId3"/>
          <a:stretch>
            <a:fillRect/>
          </a:stretch>
        </p:blipFill>
        <p:spPr>
          <a:xfrm>
            <a:off x="6999744" y="1227311"/>
            <a:ext cx="3400821" cy="1927352"/>
          </a:xfrm>
          <a:prstGeom prst="rect">
            <a:avLst/>
          </a:prstGeom>
        </p:spPr>
      </p:pic>
    </p:spTree>
    <p:extLst>
      <p:ext uri="{BB962C8B-B14F-4D97-AF65-F5344CB8AC3E}">
        <p14:creationId xmlns:p14="http://schemas.microsoft.com/office/powerpoint/2010/main" val="511329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0B371-4325-A002-9E3E-D31E12AC6B6F}"/>
              </a:ext>
            </a:extLst>
          </p:cNvPr>
          <p:cNvSpPr>
            <a:spLocks noGrp="1"/>
          </p:cNvSpPr>
          <p:nvPr>
            <p:ph type="title"/>
          </p:nvPr>
        </p:nvSpPr>
        <p:spPr/>
        <p:txBody>
          <a:bodyPr/>
          <a:lstStyle/>
          <a:p>
            <a:r>
              <a:rPr lang="en-US"/>
              <a:t>ROC Curve</a:t>
            </a:r>
          </a:p>
        </p:txBody>
      </p:sp>
      <p:pic>
        <p:nvPicPr>
          <p:cNvPr id="4" name="Content Placeholder 3" descr="A screen shot of a graph&#10;&#10;Description automatically generated">
            <a:extLst>
              <a:ext uri="{FF2B5EF4-FFF2-40B4-BE49-F238E27FC236}">
                <a16:creationId xmlns:a16="http://schemas.microsoft.com/office/drawing/2014/main" id="{0B683D93-3491-FF15-2BCE-0D772C1870A7}"/>
              </a:ext>
            </a:extLst>
          </p:cNvPr>
          <p:cNvPicPr>
            <a:picLocks noGrp="1" noChangeAspect="1"/>
          </p:cNvPicPr>
          <p:nvPr>
            <p:ph idx="1"/>
          </p:nvPr>
        </p:nvPicPr>
        <p:blipFill>
          <a:blip r:embed="rId2"/>
          <a:stretch>
            <a:fillRect/>
          </a:stretch>
        </p:blipFill>
        <p:spPr>
          <a:xfrm>
            <a:off x="6247919" y="387920"/>
            <a:ext cx="5502993" cy="5445657"/>
          </a:xfrm>
        </p:spPr>
      </p:pic>
      <p:sp>
        <p:nvSpPr>
          <p:cNvPr id="3" name="TextBox 2">
            <a:extLst>
              <a:ext uri="{FF2B5EF4-FFF2-40B4-BE49-F238E27FC236}">
                <a16:creationId xmlns:a16="http://schemas.microsoft.com/office/drawing/2014/main" id="{8B247F65-0A58-7EAA-F736-2346E7043395}"/>
              </a:ext>
            </a:extLst>
          </p:cNvPr>
          <p:cNvSpPr txBox="1"/>
          <p:nvPr/>
        </p:nvSpPr>
        <p:spPr>
          <a:xfrm>
            <a:off x="742462" y="2158999"/>
            <a:ext cx="403469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a:t>Our curve suggests excellent discrimination and that the model is good at predicting the correct outcome.</a:t>
            </a:r>
          </a:p>
        </p:txBody>
      </p:sp>
    </p:spTree>
    <p:extLst>
      <p:ext uri="{BB962C8B-B14F-4D97-AF65-F5344CB8AC3E}">
        <p14:creationId xmlns:p14="http://schemas.microsoft.com/office/powerpoint/2010/main" val="41867946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AB131-3DF4-9A29-28B8-422B8FC4FF5A}"/>
              </a:ext>
            </a:extLst>
          </p:cNvPr>
          <p:cNvSpPr>
            <a:spLocks noGrp="1"/>
          </p:cNvSpPr>
          <p:nvPr>
            <p:ph type="title"/>
          </p:nvPr>
        </p:nvSpPr>
        <p:spPr/>
        <p:txBody>
          <a:bodyPr/>
          <a:lstStyle/>
          <a:p>
            <a:r>
              <a:rPr lang="en-US"/>
              <a:t>Odds Ratio</a:t>
            </a:r>
          </a:p>
        </p:txBody>
      </p:sp>
      <p:pic>
        <p:nvPicPr>
          <p:cNvPr id="4" name="Content Placeholder 3" descr="A screenshot of a graph&#10;&#10;Description automatically generated">
            <a:extLst>
              <a:ext uri="{FF2B5EF4-FFF2-40B4-BE49-F238E27FC236}">
                <a16:creationId xmlns:a16="http://schemas.microsoft.com/office/drawing/2014/main" id="{6906EB2C-5481-55F6-3FC6-796BC272CC7A}"/>
              </a:ext>
            </a:extLst>
          </p:cNvPr>
          <p:cNvPicPr>
            <a:picLocks noGrp="1" noChangeAspect="1"/>
          </p:cNvPicPr>
          <p:nvPr>
            <p:ph idx="1"/>
          </p:nvPr>
        </p:nvPicPr>
        <p:blipFill>
          <a:blip r:embed="rId2"/>
          <a:stretch>
            <a:fillRect/>
          </a:stretch>
        </p:blipFill>
        <p:spPr>
          <a:xfrm>
            <a:off x="5719030" y="2466427"/>
            <a:ext cx="6136786" cy="2528032"/>
          </a:xfrm>
        </p:spPr>
      </p:pic>
      <p:pic>
        <p:nvPicPr>
          <p:cNvPr id="3" name="Picture 2" descr="Odds Ratio: Formula, Calculating &amp; Interpreting - Statistics By Jim">
            <a:extLst>
              <a:ext uri="{FF2B5EF4-FFF2-40B4-BE49-F238E27FC236}">
                <a16:creationId xmlns:a16="http://schemas.microsoft.com/office/drawing/2014/main" id="{66988EB1-D6A0-32C0-8DAB-3244060E5EF1}"/>
              </a:ext>
            </a:extLst>
          </p:cNvPr>
          <p:cNvPicPr>
            <a:picLocks noChangeAspect="1"/>
          </p:cNvPicPr>
          <p:nvPr/>
        </p:nvPicPr>
        <p:blipFill>
          <a:blip r:embed="rId3"/>
          <a:stretch>
            <a:fillRect/>
          </a:stretch>
        </p:blipFill>
        <p:spPr>
          <a:xfrm>
            <a:off x="10566401" y="-1815"/>
            <a:ext cx="1627415" cy="1636486"/>
          </a:xfrm>
          <a:prstGeom prst="rect">
            <a:avLst/>
          </a:prstGeom>
        </p:spPr>
      </p:pic>
      <p:sp>
        <p:nvSpPr>
          <p:cNvPr id="5" name="TextBox 4">
            <a:extLst>
              <a:ext uri="{FF2B5EF4-FFF2-40B4-BE49-F238E27FC236}">
                <a16:creationId xmlns:a16="http://schemas.microsoft.com/office/drawing/2014/main" id="{C972C736-01CE-325D-DB72-3B0E254CF288}"/>
              </a:ext>
            </a:extLst>
          </p:cNvPr>
          <p:cNvSpPr txBox="1"/>
          <p:nvPr/>
        </p:nvSpPr>
        <p:spPr>
          <a:xfrm>
            <a:off x="986692" y="2422769"/>
            <a:ext cx="4327767"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t>For SPHEQ we are comparing the mean of .8 to 1.8</a:t>
            </a:r>
          </a:p>
          <a:p>
            <a:pPr marL="285750" indent="-285750">
              <a:buFont typeface="Arial"/>
              <a:buChar char="•"/>
            </a:pPr>
            <a:r>
              <a:rPr lang="en-US" sz="2400"/>
              <a:t>For SPORTHR we are comparing the mean of 11.95 to 21.95</a:t>
            </a:r>
          </a:p>
          <a:p>
            <a:pPr marL="285750" indent="-285750">
              <a:buFont typeface="Arial"/>
              <a:buChar char="•"/>
            </a:pPr>
            <a:r>
              <a:rPr lang="en-US" sz="2400"/>
              <a:t>For MOMMY and DADMY we are comparing 0 to 1</a:t>
            </a:r>
          </a:p>
        </p:txBody>
      </p:sp>
    </p:spTree>
    <p:extLst>
      <p:ext uri="{BB962C8B-B14F-4D97-AF65-F5344CB8AC3E}">
        <p14:creationId xmlns:p14="http://schemas.microsoft.com/office/powerpoint/2010/main" val="2893018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59ACA-9F71-375A-66A1-A778555E04B0}"/>
              </a:ext>
            </a:extLst>
          </p:cNvPr>
          <p:cNvSpPr>
            <a:spLocks noGrp="1"/>
          </p:cNvSpPr>
          <p:nvPr>
            <p:ph type="title"/>
          </p:nvPr>
        </p:nvSpPr>
        <p:spPr/>
        <p:txBody>
          <a:bodyPr/>
          <a:lstStyle/>
          <a:p>
            <a:r>
              <a:rPr lang="en-US"/>
              <a:t>Conclusion</a:t>
            </a:r>
          </a:p>
        </p:txBody>
      </p:sp>
      <p:sp>
        <p:nvSpPr>
          <p:cNvPr id="6" name="Content Placeholder 5">
            <a:extLst>
              <a:ext uri="{FF2B5EF4-FFF2-40B4-BE49-F238E27FC236}">
                <a16:creationId xmlns:a16="http://schemas.microsoft.com/office/drawing/2014/main" id="{BDD822DC-5E0F-0EB7-2AB9-074A455306E5}"/>
              </a:ext>
            </a:extLst>
          </p:cNvPr>
          <p:cNvSpPr>
            <a:spLocks noGrp="1"/>
          </p:cNvSpPr>
          <p:nvPr>
            <p:ph idx="1"/>
          </p:nvPr>
        </p:nvSpPr>
        <p:spPr/>
        <p:txBody>
          <a:bodyPr vert="horz" lIns="91440" tIns="45720" rIns="91440" bIns="45720" rtlCol="0" anchor="t">
            <a:normAutofit/>
          </a:bodyPr>
          <a:lstStyle/>
          <a:p>
            <a:pPr marL="359410" indent="-359410"/>
            <a:r>
              <a:rPr lang="en-US">
                <a:solidFill>
                  <a:schemeClr val="tx1">
                    <a:lumMod val="95000"/>
                    <a:lumOff val="5000"/>
                  </a:schemeClr>
                </a:solidFill>
                <a:ea typeface="+mn-lt"/>
                <a:cs typeface="+mn-lt"/>
              </a:rPr>
              <a:t>The findings highlight the combined influence of genetic predisposition and lifestyle factors on the development of myopia.</a:t>
            </a:r>
            <a:endParaRPr lang="en-US">
              <a:solidFill>
                <a:schemeClr val="tx1">
                  <a:lumMod val="95000"/>
                  <a:lumOff val="5000"/>
                </a:schemeClr>
              </a:solidFill>
            </a:endParaRPr>
          </a:p>
          <a:p>
            <a:pPr marL="359410" indent="-359410"/>
            <a:r>
              <a:rPr lang="en-US">
                <a:solidFill>
                  <a:srgbClr val="000000"/>
                </a:solidFill>
                <a:ea typeface="+mn-lt"/>
                <a:cs typeface="+mn-lt"/>
              </a:rPr>
              <a:t>These insights pave the way for targeted prevention strategies that could include encouraging outdoor activities and managing near-work activities.</a:t>
            </a:r>
            <a:endParaRPr lang="en-US"/>
          </a:p>
          <a:p>
            <a:pPr marL="359410" indent="-359410"/>
            <a:r>
              <a:rPr lang="en-US">
                <a:solidFill>
                  <a:srgbClr val="000000"/>
                </a:solidFill>
                <a:ea typeface="+mn-lt"/>
                <a:cs typeface="+mn-lt"/>
              </a:rPr>
              <a:t>Our study contributes to the broader understanding of myopia and shows the importance of early detection and potential interventions.</a:t>
            </a:r>
            <a:endParaRPr lang="en-US"/>
          </a:p>
          <a:p>
            <a:pPr marL="359410" indent="-359410"/>
            <a:endParaRPr lang="en-US">
              <a:solidFill>
                <a:srgbClr val="000000">
                  <a:alpha val="60000"/>
                </a:srgbClr>
              </a:solidFill>
            </a:endParaRPr>
          </a:p>
        </p:txBody>
      </p:sp>
    </p:spTree>
    <p:extLst>
      <p:ext uri="{BB962C8B-B14F-4D97-AF65-F5344CB8AC3E}">
        <p14:creationId xmlns:p14="http://schemas.microsoft.com/office/powerpoint/2010/main" val="1905417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3221C-CF20-D0C1-F9C6-2B482B08C6FD}"/>
              </a:ext>
            </a:extLst>
          </p:cNvPr>
          <p:cNvSpPr>
            <a:spLocks noGrp="1"/>
          </p:cNvSpPr>
          <p:nvPr>
            <p:ph type="title"/>
          </p:nvPr>
        </p:nvSpPr>
        <p:spPr/>
        <p:txBody>
          <a:bodyPr/>
          <a:lstStyle/>
          <a:p>
            <a:r>
              <a:rPr lang="en-US"/>
              <a:t>The End?</a:t>
            </a:r>
          </a:p>
        </p:txBody>
      </p:sp>
      <p:pic>
        <p:nvPicPr>
          <p:cNvPr id="4" name="Content Placeholder 3" descr="RPubs - Ioslides Example DAT 301">
            <a:extLst>
              <a:ext uri="{FF2B5EF4-FFF2-40B4-BE49-F238E27FC236}">
                <a16:creationId xmlns:a16="http://schemas.microsoft.com/office/drawing/2014/main" id="{B028D009-B08B-919C-0692-3B0B678995B0}"/>
              </a:ext>
            </a:extLst>
          </p:cNvPr>
          <p:cNvPicPr>
            <a:picLocks noGrp="1" noChangeAspect="1"/>
          </p:cNvPicPr>
          <p:nvPr/>
        </p:nvPicPr>
        <p:blipFill>
          <a:blip r:embed="rId2"/>
          <a:stretch>
            <a:fillRect/>
          </a:stretch>
        </p:blipFill>
        <p:spPr>
          <a:xfrm>
            <a:off x="3374718" y="235169"/>
            <a:ext cx="6444116" cy="6444116"/>
          </a:xfrm>
          <a:prstGeom prst="rect">
            <a:avLst/>
          </a:prstGeom>
        </p:spPr>
      </p:pic>
    </p:spTree>
    <p:extLst>
      <p:ext uri="{BB962C8B-B14F-4D97-AF65-F5344CB8AC3E}">
        <p14:creationId xmlns:p14="http://schemas.microsoft.com/office/powerpoint/2010/main" val="2941200221"/>
      </p:ext>
    </p:extLst>
  </p:cSld>
  <p:clrMapOvr>
    <a:masterClrMapping/>
  </p:clrMapOvr>
</p:sld>
</file>

<file path=ppt/theme/theme1.xml><?xml version="1.0" encoding="utf-8"?>
<a:theme xmlns:a="http://schemas.openxmlformats.org/drawingml/2006/main" name="FrostyVTI">
  <a:themeElements>
    <a:clrScheme name="AnalogousFromLightSeedLeftStep">
      <a:dk1>
        <a:srgbClr val="000000"/>
      </a:dk1>
      <a:lt1>
        <a:srgbClr val="FFFFFF"/>
      </a:lt1>
      <a:dk2>
        <a:srgbClr val="41242E"/>
      </a:dk2>
      <a:lt2>
        <a:srgbClr val="E2E5E8"/>
      </a:lt2>
      <a:accent1>
        <a:srgbClr val="BB9B81"/>
      </a:accent1>
      <a:accent2>
        <a:srgbClr val="BA817F"/>
      </a:accent2>
      <a:accent3>
        <a:srgbClr val="C594A7"/>
      </a:accent3>
      <a:accent4>
        <a:srgbClr val="BA7FAE"/>
      </a:accent4>
      <a:accent5>
        <a:srgbClr val="BB94C5"/>
      </a:accent5>
      <a:accent6>
        <a:srgbClr val="947FBA"/>
      </a:accent6>
      <a:hlink>
        <a:srgbClr val="5C85A7"/>
      </a:hlink>
      <a:folHlink>
        <a:srgbClr val="7F7F7F"/>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32</Slides>
  <Notes>0</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FrostyVTI</vt:lpstr>
      <vt:lpstr>MYOPIA!</vt:lpstr>
      <vt:lpstr>Background</vt:lpstr>
      <vt:lpstr>Objective of the Study</vt:lpstr>
      <vt:lpstr>Variables: ID and STUDYYEAR </vt:lpstr>
      <vt:lpstr>Variable: MYOPIC</vt:lpstr>
      <vt:lpstr>Variable: AGE</vt:lpstr>
      <vt:lpstr>Variable: GENDER</vt:lpstr>
      <vt:lpstr>Variable: SPHEQ </vt:lpstr>
      <vt:lpstr>Variable: AL</vt:lpstr>
      <vt:lpstr>Variable: ACD</vt:lpstr>
      <vt:lpstr>Variable: LT</vt:lpstr>
      <vt:lpstr>Variable: VCD </vt:lpstr>
      <vt:lpstr>Variable: SPORTHR</vt:lpstr>
      <vt:lpstr>Variable: READHR</vt:lpstr>
      <vt:lpstr>Variable: COMPHR</vt:lpstr>
      <vt:lpstr>Variable: STUDYHR </vt:lpstr>
      <vt:lpstr>Variable: TVHR</vt:lpstr>
      <vt:lpstr> Variable: DIOPTERHR</vt:lpstr>
      <vt:lpstr>Variables: MOMMY and DADMY</vt:lpstr>
      <vt:lpstr>Full Model </vt:lpstr>
      <vt:lpstr>Individual P-Values</vt:lpstr>
      <vt:lpstr>Wald Statistic</vt:lpstr>
      <vt:lpstr>Reduced Model 1</vt:lpstr>
      <vt:lpstr>Reduced Model 2 </vt:lpstr>
      <vt:lpstr>Final Model</vt:lpstr>
      <vt:lpstr>Likelihood Ratio Statistic</vt:lpstr>
      <vt:lpstr>Hosmer Lemeshow Test</vt:lpstr>
      <vt:lpstr>Predicting Probability and Sensitivity specificity plot</vt:lpstr>
      <vt:lpstr>ROC Curve</vt:lpstr>
      <vt:lpstr>Odds Ratio</vt:lpstr>
      <vt:lpstr>Conclusion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8</cp:revision>
  <dcterms:created xsi:type="dcterms:W3CDTF">2023-11-09T01:10:23Z</dcterms:created>
  <dcterms:modified xsi:type="dcterms:W3CDTF">2023-12-05T19:10:20Z</dcterms:modified>
</cp:coreProperties>
</file>